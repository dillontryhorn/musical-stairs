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4"/>
    <p:sldMasterId id="2147483709" r:id="rId5"/>
    <p:sldMasterId id="2147483697" r:id="rId6"/>
    <p:sldMasterId id="2147483685" r:id="rId7"/>
  </p:sldMasterIdLst>
  <p:sldIdLst>
    <p:sldId id="307" r:id="rId8"/>
    <p:sldId id="308" r:id="rId9"/>
    <p:sldId id="316" r:id="rId10"/>
    <p:sldId id="309" r:id="rId11"/>
    <p:sldId id="310" r:id="rId12"/>
    <p:sldId id="311" r:id="rId13"/>
    <p:sldId id="313" r:id="rId14"/>
    <p:sldId id="314" r:id="rId15"/>
    <p:sldId id="315" r:id="rId16"/>
    <p:sldId id="317" r:id="rId17"/>
  </p:sldIdLst>
  <p:sldSz cx="9144000" cy="5143500" type="screen16x9"/>
  <p:notesSz cx="6858000" cy="9144000"/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A052"/>
    <a:srgbClr val="046033"/>
    <a:srgbClr val="F7ED36"/>
    <a:srgbClr val="004524"/>
    <a:srgbClr val="046A38"/>
    <a:srgbClr val="0364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909E0-1DF5-D3E8-7778-3C4DB96383ED}" v="59" dt="2026-10-05T21:02:58.350"/>
    <p1510:client id="{833B207D-BA41-DF16-F2FB-AE2CC035FEF3}" v="230" dt="2026-10-05T18:26:42.216"/>
    <p1510:client id="{8CAB89C9-CC77-4B54-BDEF-9D58CC1DF6EB}" v="134" dt="2026-10-05T16:13:02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yhorn, Dillon Noah" userId="b9ea5ca6-7a94-4934-9cf1-807ee8b90d3a" providerId="ADAL" clId="{8774E6F3-5816-4A33-81AA-DA76F3C259F0}"/>
    <pc:docChg chg="undo custSel addSld delSld modSld sldOrd modMainMaster">
      <pc:chgData name="Tryhorn, Dillon Noah" userId="b9ea5ca6-7a94-4934-9cf1-807ee8b90d3a" providerId="ADAL" clId="{8774E6F3-5816-4A33-81AA-DA76F3C259F0}" dt="2026-10-05T16:15:58.680" v="2499" actId="20577"/>
      <pc:docMkLst>
        <pc:docMk/>
      </pc:docMkLst>
      <pc:sldChg chg="modSp del mod">
        <pc:chgData name="Tryhorn, Dillon Noah" userId="b9ea5ca6-7a94-4934-9cf1-807ee8b90d3a" providerId="ADAL" clId="{8774E6F3-5816-4A33-81AA-DA76F3C259F0}" dt="2026-10-05T12:51:21.830" v="209" actId="47"/>
        <pc:sldMkLst>
          <pc:docMk/>
          <pc:sldMk cId="4245427304" sldId="256"/>
        </pc:sldMkLst>
        <pc:spChg chg="mod">
          <ac:chgData name="Tryhorn, Dillon Noah" userId="b9ea5ca6-7a94-4934-9cf1-807ee8b90d3a" providerId="ADAL" clId="{8774E6F3-5816-4A33-81AA-DA76F3C259F0}" dt="2026-10-05T12:49:06.186" v="117" actId="14100"/>
          <ac:spMkLst>
            <pc:docMk/>
            <pc:sldMk cId="4245427304" sldId="256"/>
            <ac:spMk id="2" creationId="{7E31F4B7-70D9-2C44-8FC4-AEAB78AC81AF}"/>
          </ac:spMkLst>
        </pc:spChg>
        <pc:spChg chg="mod">
          <ac:chgData name="Tryhorn, Dillon Noah" userId="b9ea5ca6-7a94-4934-9cf1-807ee8b90d3a" providerId="ADAL" clId="{8774E6F3-5816-4A33-81AA-DA76F3C259F0}" dt="2026-10-05T12:49:03.457" v="116" actId="14100"/>
          <ac:spMkLst>
            <pc:docMk/>
            <pc:sldMk cId="4245427304" sldId="256"/>
            <ac:spMk id="3" creationId="{0C06158B-2299-F04D-9BCA-FDE8616B4B4C}"/>
          </ac:spMkLst>
        </pc:spChg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4236676756" sldId="257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2005743373" sldId="259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3262178046" sldId="260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2533888272" sldId="261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1509239745" sldId="262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4292682686" sldId="266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711181456" sldId="282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3994315141" sldId="283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3888764009" sldId="284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1344459256" sldId="285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2204934719" sldId="286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296404804" sldId="287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3225475889" sldId="288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1806696240" sldId="289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3130285256" sldId="290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3704512503" sldId="291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1997155717" sldId="292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3503672352" sldId="293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651492105" sldId="294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2275520227" sldId="295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1544668887" sldId="296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3533345909" sldId="297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3490343958" sldId="298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1970142867" sldId="299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1983124610" sldId="300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758789466" sldId="301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2770175723" sldId="302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3629850687" sldId="304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3098880460" sldId="305"/>
        </pc:sldMkLst>
      </pc:sldChg>
      <pc:sldChg chg="del">
        <pc:chgData name="Tryhorn, Dillon Noah" userId="b9ea5ca6-7a94-4934-9cf1-807ee8b90d3a" providerId="ADAL" clId="{8774E6F3-5816-4A33-81AA-DA76F3C259F0}" dt="2026-10-05T12:51:51.206" v="213" actId="47"/>
        <pc:sldMkLst>
          <pc:docMk/>
          <pc:sldMk cId="57136389" sldId="306"/>
        </pc:sldMkLst>
      </pc:sldChg>
      <pc:sldChg chg="addSp delSp modSp new mod">
        <pc:chgData name="Tryhorn, Dillon Noah" userId="b9ea5ca6-7a94-4934-9cf1-807ee8b90d3a" providerId="ADAL" clId="{8774E6F3-5816-4A33-81AA-DA76F3C259F0}" dt="2026-10-05T15:46:31.367" v="557" actId="1076"/>
        <pc:sldMkLst>
          <pc:docMk/>
          <pc:sldMk cId="1871908562" sldId="307"/>
        </pc:sldMkLst>
        <pc:spChg chg="mod">
          <ac:chgData name="Tryhorn, Dillon Noah" userId="b9ea5ca6-7a94-4934-9cf1-807ee8b90d3a" providerId="ADAL" clId="{8774E6F3-5816-4A33-81AA-DA76F3C259F0}" dt="2026-10-05T15:46:29.423" v="556" actId="14100"/>
          <ac:spMkLst>
            <pc:docMk/>
            <pc:sldMk cId="1871908562" sldId="307"/>
            <ac:spMk id="2" creationId="{C94E03C9-7DB4-B9E6-7C4A-11E333DBFF6E}"/>
          </ac:spMkLst>
        </pc:spChg>
        <pc:spChg chg="add del mod">
          <ac:chgData name="Tryhorn, Dillon Noah" userId="b9ea5ca6-7a94-4934-9cf1-807ee8b90d3a" providerId="ADAL" clId="{8774E6F3-5816-4A33-81AA-DA76F3C259F0}" dt="2026-10-05T13:01:01.508" v="456" actId="22"/>
          <ac:spMkLst>
            <pc:docMk/>
            <pc:sldMk cId="1871908562" sldId="307"/>
            <ac:spMk id="3" creationId="{FAB19298-89C3-63A2-D378-533A9E68AFB0}"/>
          </ac:spMkLst>
        </pc:spChg>
        <pc:spChg chg="add mod">
          <ac:chgData name="Tryhorn, Dillon Noah" userId="b9ea5ca6-7a94-4934-9cf1-807ee8b90d3a" providerId="ADAL" clId="{8774E6F3-5816-4A33-81AA-DA76F3C259F0}" dt="2026-10-05T12:50:51.068" v="194"/>
          <ac:spMkLst>
            <pc:docMk/>
            <pc:sldMk cId="1871908562" sldId="307"/>
            <ac:spMk id="4" creationId="{5B251822-81DB-447B-5C8F-9D1E039AA76F}"/>
          </ac:spMkLst>
        </pc:spChg>
        <pc:spChg chg="add mod">
          <ac:chgData name="Tryhorn, Dillon Noah" userId="b9ea5ca6-7a94-4934-9cf1-807ee8b90d3a" providerId="ADAL" clId="{8774E6F3-5816-4A33-81AA-DA76F3C259F0}" dt="2026-10-05T12:50:53.755" v="196"/>
          <ac:spMkLst>
            <pc:docMk/>
            <pc:sldMk cId="1871908562" sldId="307"/>
            <ac:spMk id="5" creationId="{D81A5281-E6B0-9872-1288-9A0FFE3F7F70}"/>
          </ac:spMkLst>
        </pc:spChg>
        <pc:spChg chg="add mod">
          <ac:chgData name="Tryhorn, Dillon Noah" userId="b9ea5ca6-7a94-4934-9cf1-807ee8b90d3a" providerId="ADAL" clId="{8774E6F3-5816-4A33-81AA-DA76F3C259F0}" dt="2026-10-05T15:46:31.367" v="557" actId="1076"/>
          <ac:spMkLst>
            <pc:docMk/>
            <pc:sldMk cId="1871908562" sldId="307"/>
            <ac:spMk id="8" creationId="{544B4FC2-87A1-E475-DF52-3AA250F2E270}"/>
          </ac:spMkLst>
        </pc:spChg>
        <pc:spChg chg="add mod">
          <ac:chgData name="Tryhorn, Dillon Noah" userId="b9ea5ca6-7a94-4934-9cf1-807ee8b90d3a" providerId="ADAL" clId="{8774E6F3-5816-4A33-81AA-DA76F3C259F0}" dt="2026-10-05T13:04:24.884" v="525" actId="14100"/>
          <ac:spMkLst>
            <pc:docMk/>
            <pc:sldMk cId="1871908562" sldId="307"/>
            <ac:spMk id="18" creationId="{1CC15853-E9FD-8662-95F6-51D3195EA853}"/>
          </ac:spMkLst>
        </pc:spChg>
        <pc:picChg chg="add del">
          <ac:chgData name="Tryhorn, Dillon Noah" userId="b9ea5ca6-7a94-4934-9cf1-807ee8b90d3a" providerId="ADAL" clId="{8774E6F3-5816-4A33-81AA-DA76F3C259F0}" dt="2026-10-05T12:50:55.851" v="198" actId="478"/>
          <ac:picMkLst>
            <pc:docMk/>
            <pc:sldMk cId="1871908562" sldId="307"/>
            <ac:picMk id="7" creationId="{65BF145B-B04F-A538-6570-D4E2D5014954}"/>
          </ac:picMkLst>
        </pc:picChg>
        <pc:picChg chg="add del mod ord">
          <ac:chgData name="Tryhorn, Dillon Noah" userId="b9ea5ca6-7a94-4934-9cf1-807ee8b90d3a" providerId="ADAL" clId="{8774E6F3-5816-4A33-81AA-DA76F3C259F0}" dt="2026-10-05T13:00:38.468" v="449" actId="22"/>
          <ac:picMkLst>
            <pc:docMk/>
            <pc:sldMk cId="1871908562" sldId="307"/>
            <ac:picMk id="11" creationId="{6CC35893-4F03-6D87-7230-40CE7929F791}"/>
          </ac:picMkLst>
        </pc:picChg>
        <pc:picChg chg="add del">
          <ac:chgData name="Tryhorn, Dillon Noah" userId="b9ea5ca6-7a94-4934-9cf1-807ee8b90d3a" providerId="ADAL" clId="{8774E6F3-5816-4A33-81AA-DA76F3C259F0}" dt="2026-10-05T13:00:59.779" v="455" actId="22"/>
          <ac:picMkLst>
            <pc:docMk/>
            <pc:sldMk cId="1871908562" sldId="307"/>
            <ac:picMk id="12" creationId="{721588A8-12CB-9320-80CF-D3AF744E6EA0}"/>
          </ac:picMkLst>
        </pc:picChg>
        <pc:picChg chg="add del mod ord">
          <ac:chgData name="Tryhorn, Dillon Noah" userId="b9ea5ca6-7a94-4934-9cf1-807ee8b90d3a" providerId="ADAL" clId="{8774E6F3-5816-4A33-81AA-DA76F3C259F0}" dt="2026-10-05T13:00:59.461" v="454" actId="22"/>
          <ac:picMkLst>
            <pc:docMk/>
            <pc:sldMk cId="1871908562" sldId="307"/>
            <ac:picMk id="14" creationId="{5BE68C67-5E1E-56D3-FCC7-7C446F114671}"/>
          </ac:picMkLst>
        </pc:picChg>
        <pc:picChg chg="add mod ord">
          <ac:chgData name="Tryhorn, Dillon Noah" userId="b9ea5ca6-7a94-4934-9cf1-807ee8b90d3a" providerId="ADAL" clId="{8774E6F3-5816-4A33-81AA-DA76F3C259F0}" dt="2026-10-05T13:01:01.508" v="456" actId="22"/>
          <ac:picMkLst>
            <pc:docMk/>
            <pc:sldMk cId="1871908562" sldId="307"/>
            <ac:picMk id="16" creationId="{B2D54200-0B08-5366-D5E9-2EA62CBED6F2}"/>
          </ac:picMkLst>
        </pc:picChg>
      </pc:sldChg>
      <pc:sldChg chg="modSp new mod">
        <pc:chgData name="Tryhorn, Dillon Noah" userId="b9ea5ca6-7a94-4934-9cf1-807ee8b90d3a" providerId="ADAL" clId="{8774E6F3-5816-4A33-81AA-DA76F3C259F0}" dt="2026-10-05T15:50:00.624" v="874" actId="20577"/>
        <pc:sldMkLst>
          <pc:docMk/>
          <pc:sldMk cId="469754757" sldId="308"/>
        </pc:sldMkLst>
        <pc:spChg chg="mod">
          <ac:chgData name="Tryhorn, Dillon Noah" userId="b9ea5ca6-7a94-4934-9cf1-807ee8b90d3a" providerId="ADAL" clId="{8774E6F3-5816-4A33-81AA-DA76F3C259F0}" dt="2026-10-05T12:55:00.209" v="343" actId="20577"/>
          <ac:spMkLst>
            <pc:docMk/>
            <pc:sldMk cId="469754757" sldId="308"/>
            <ac:spMk id="2" creationId="{1F4ADCD0-B0C4-2D93-1853-57F59D753B41}"/>
          </ac:spMkLst>
        </pc:spChg>
        <pc:spChg chg="mod">
          <ac:chgData name="Tryhorn, Dillon Noah" userId="b9ea5ca6-7a94-4934-9cf1-807ee8b90d3a" providerId="ADAL" clId="{8774E6F3-5816-4A33-81AA-DA76F3C259F0}" dt="2026-10-05T15:50:00.624" v="874" actId="20577"/>
          <ac:spMkLst>
            <pc:docMk/>
            <pc:sldMk cId="469754757" sldId="308"/>
            <ac:spMk id="3" creationId="{520A7473-B5D7-3978-2FCF-529ED445446E}"/>
          </ac:spMkLst>
        </pc:spChg>
      </pc:sldChg>
      <pc:sldChg chg="modSp new mod">
        <pc:chgData name="Tryhorn, Dillon Noah" userId="b9ea5ca6-7a94-4934-9cf1-807ee8b90d3a" providerId="ADAL" clId="{8774E6F3-5816-4A33-81AA-DA76F3C259F0}" dt="2026-10-05T15:52:37.314" v="1244" actId="20577"/>
        <pc:sldMkLst>
          <pc:docMk/>
          <pc:sldMk cId="724573908" sldId="309"/>
        </pc:sldMkLst>
        <pc:spChg chg="mod">
          <ac:chgData name="Tryhorn, Dillon Noah" userId="b9ea5ca6-7a94-4934-9cf1-807ee8b90d3a" providerId="ADAL" clId="{8774E6F3-5816-4A33-81AA-DA76F3C259F0}" dt="2026-10-05T12:53:16.682" v="267" actId="20577"/>
          <ac:spMkLst>
            <pc:docMk/>
            <pc:sldMk cId="724573908" sldId="309"/>
            <ac:spMk id="2" creationId="{36C3CCC2-0C87-318F-7D23-13C04434724A}"/>
          </ac:spMkLst>
        </pc:spChg>
        <pc:spChg chg="mod">
          <ac:chgData name="Tryhorn, Dillon Noah" userId="b9ea5ca6-7a94-4934-9cf1-807ee8b90d3a" providerId="ADAL" clId="{8774E6F3-5816-4A33-81AA-DA76F3C259F0}" dt="2026-10-05T15:52:37.314" v="1244" actId="20577"/>
          <ac:spMkLst>
            <pc:docMk/>
            <pc:sldMk cId="724573908" sldId="309"/>
            <ac:spMk id="3" creationId="{BCB976F5-F283-F49C-DDA3-D5D088F99E11}"/>
          </ac:spMkLst>
        </pc:spChg>
      </pc:sldChg>
      <pc:sldChg chg="new del">
        <pc:chgData name="Tryhorn, Dillon Noah" userId="b9ea5ca6-7a94-4934-9cf1-807ee8b90d3a" providerId="ADAL" clId="{8774E6F3-5816-4A33-81AA-DA76F3C259F0}" dt="2026-10-05T12:51:43.504" v="212" actId="680"/>
        <pc:sldMkLst>
          <pc:docMk/>
          <pc:sldMk cId="1998851690" sldId="309"/>
        </pc:sldMkLst>
      </pc:sldChg>
      <pc:sldChg chg="modSp new mod ord">
        <pc:chgData name="Tryhorn, Dillon Noah" userId="b9ea5ca6-7a94-4934-9cf1-807ee8b90d3a" providerId="ADAL" clId="{8774E6F3-5816-4A33-81AA-DA76F3C259F0}" dt="2026-10-05T16:09:47.537" v="1983" actId="14"/>
        <pc:sldMkLst>
          <pc:docMk/>
          <pc:sldMk cId="2193769292" sldId="310"/>
        </pc:sldMkLst>
        <pc:spChg chg="mod">
          <ac:chgData name="Tryhorn, Dillon Noah" userId="b9ea5ca6-7a94-4934-9cf1-807ee8b90d3a" providerId="ADAL" clId="{8774E6F3-5816-4A33-81AA-DA76F3C259F0}" dt="2026-10-05T12:55:33.874" v="414" actId="20577"/>
          <ac:spMkLst>
            <pc:docMk/>
            <pc:sldMk cId="2193769292" sldId="310"/>
            <ac:spMk id="2" creationId="{713481E9-5F30-FF04-11B8-05120A4977B0}"/>
          </ac:spMkLst>
        </pc:spChg>
        <pc:spChg chg="mod">
          <ac:chgData name="Tryhorn, Dillon Noah" userId="b9ea5ca6-7a94-4934-9cf1-807ee8b90d3a" providerId="ADAL" clId="{8774E6F3-5816-4A33-81AA-DA76F3C259F0}" dt="2026-10-05T16:09:47.537" v="1983" actId="14"/>
          <ac:spMkLst>
            <pc:docMk/>
            <pc:sldMk cId="2193769292" sldId="310"/>
            <ac:spMk id="3" creationId="{AAB229D3-86E1-46D1-0BCF-24D1E3112F1E}"/>
          </ac:spMkLst>
        </pc:spChg>
      </pc:sldChg>
      <pc:sldChg chg="addSp delSp modSp new mod">
        <pc:chgData name="Tryhorn, Dillon Noah" userId="b9ea5ca6-7a94-4934-9cf1-807ee8b90d3a" providerId="ADAL" clId="{8774E6F3-5816-4A33-81AA-DA76F3C259F0}" dt="2026-10-05T16:06:34.554" v="1582" actId="1076"/>
        <pc:sldMkLst>
          <pc:docMk/>
          <pc:sldMk cId="158191513" sldId="311"/>
        </pc:sldMkLst>
        <pc:spChg chg="mod">
          <ac:chgData name="Tryhorn, Dillon Noah" userId="b9ea5ca6-7a94-4934-9cf1-807ee8b90d3a" providerId="ADAL" clId="{8774E6F3-5816-4A33-81AA-DA76F3C259F0}" dt="2026-10-05T15:59:51.946" v="1392" actId="1076"/>
          <ac:spMkLst>
            <pc:docMk/>
            <pc:sldMk cId="158191513" sldId="311"/>
            <ac:spMk id="2" creationId="{8E8C6B9B-5B9E-6798-3E13-6BA4855F6DA1}"/>
          </ac:spMkLst>
        </pc:spChg>
        <pc:spChg chg="del">
          <ac:chgData name="Tryhorn, Dillon Noah" userId="b9ea5ca6-7a94-4934-9cf1-807ee8b90d3a" providerId="ADAL" clId="{8774E6F3-5816-4A33-81AA-DA76F3C259F0}" dt="2026-10-05T15:56:08.544" v="1264" actId="478"/>
          <ac:spMkLst>
            <pc:docMk/>
            <pc:sldMk cId="158191513" sldId="311"/>
            <ac:spMk id="3" creationId="{82EC8A70-B2BD-7885-1A42-6C88AE0F07BF}"/>
          </ac:spMkLst>
        </pc:spChg>
        <pc:spChg chg="add mod">
          <ac:chgData name="Tryhorn, Dillon Noah" userId="b9ea5ca6-7a94-4934-9cf1-807ee8b90d3a" providerId="ADAL" clId="{8774E6F3-5816-4A33-81AA-DA76F3C259F0}" dt="2026-10-05T16:06:34.554" v="1582" actId="1076"/>
          <ac:spMkLst>
            <pc:docMk/>
            <pc:sldMk cId="158191513" sldId="311"/>
            <ac:spMk id="4" creationId="{A7C91720-4DBC-2837-539B-B5DA859E3FC4}"/>
          </ac:spMkLst>
        </pc:spChg>
        <pc:spChg chg="add mod">
          <ac:chgData name="Tryhorn, Dillon Noah" userId="b9ea5ca6-7a94-4934-9cf1-807ee8b90d3a" providerId="ADAL" clId="{8774E6F3-5816-4A33-81AA-DA76F3C259F0}" dt="2026-10-05T16:00:21.465" v="1413" actId="1076"/>
          <ac:spMkLst>
            <pc:docMk/>
            <pc:sldMk cId="158191513" sldId="311"/>
            <ac:spMk id="6" creationId="{A9D3658B-5D3B-5452-AD55-782FEA3437AA}"/>
          </ac:spMkLst>
        </pc:spChg>
        <pc:spChg chg="add mod">
          <ac:chgData name="Tryhorn, Dillon Noah" userId="b9ea5ca6-7a94-4934-9cf1-807ee8b90d3a" providerId="ADAL" clId="{8774E6F3-5816-4A33-81AA-DA76F3C259F0}" dt="2026-10-05T16:06:34.554" v="1582" actId="1076"/>
          <ac:spMkLst>
            <pc:docMk/>
            <pc:sldMk cId="158191513" sldId="311"/>
            <ac:spMk id="8" creationId="{55EE6DA6-EAB6-D8CF-62EB-721AF2874986}"/>
          </ac:spMkLst>
        </pc:spChg>
        <pc:spChg chg="add mod">
          <ac:chgData name="Tryhorn, Dillon Noah" userId="b9ea5ca6-7a94-4934-9cf1-807ee8b90d3a" providerId="ADAL" clId="{8774E6F3-5816-4A33-81AA-DA76F3C259F0}" dt="2026-10-05T16:00:41.656" v="1418" actId="1076"/>
          <ac:spMkLst>
            <pc:docMk/>
            <pc:sldMk cId="158191513" sldId="311"/>
            <ac:spMk id="10" creationId="{A1EFB5E8-427D-6F08-5641-A3641A361010}"/>
          </ac:spMkLst>
        </pc:spChg>
        <pc:spChg chg="add del mod">
          <ac:chgData name="Tryhorn, Dillon Noah" userId="b9ea5ca6-7a94-4934-9cf1-807ee8b90d3a" providerId="ADAL" clId="{8774E6F3-5816-4A33-81AA-DA76F3C259F0}" dt="2026-10-05T15:57:19.929" v="1332" actId="478"/>
          <ac:spMkLst>
            <pc:docMk/>
            <pc:sldMk cId="158191513" sldId="311"/>
            <ac:spMk id="12" creationId="{A55D1B24-9818-0AE6-D7C7-E19965A74003}"/>
          </ac:spMkLst>
        </pc:spChg>
        <pc:spChg chg="add mod">
          <ac:chgData name="Tryhorn, Dillon Noah" userId="b9ea5ca6-7a94-4934-9cf1-807ee8b90d3a" providerId="ADAL" clId="{8774E6F3-5816-4A33-81AA-DA76F3C259F0}" dt="2026-10-05T16:06:34.554" v="1582" actId="1076"/>
          <ac:spMkLst>
            <pc:docMk/>
            <pc:sldMk cId="158191513" sldId="311"/>
            <ac:spMk id="14" creationId="{A553B43B-6208-BB4F-32E3-D553072B6DF0}"/>
          </ac:spMkLst>
        </pc:spChg>
        <pc:spChg chg="add del mod">
          <ac:chgData name="Tryhorn, Dillon Noah" userId="b9ea5ca6-7a94-4934-9cf1-807ee8b90d3a" providerId="ADAL" clId="{8774E6F3-5816-4A33-81AA-DA76F3C259F0}" dt="2026-10-05T16:01:47.793" v="1448" actId="478"/>
          <ac:spMkLst>
            <pc:docMk/>
            <pc:sldMk cId="158191513" sldId="311"/>
            <ac:spMk id="32" creationId="{19E20951-F806-E7E7-12DA-1B605A6671F7}"/>
          </ac:spMkLst>
        </pc:spChg>
        <pc:spChg chg="add del mod">
          <ac:chgData name="Tryhorn, Dillon Noah" userId="b9ea5ca6-7a94-4934-9cf1-807ee8b90d3a" providerId="ADAL" clId="{8774E6F3-5816-4A33-81AA-DA76F3C259F0}" dt="2026-10-05T16:00:34.776" v="1416" actId="478"/>
          <ac:spMkLst>
            <pc:docMk/>
            <pc:sldMk cId="158191513" sldId="311"/>
            <ac:spMk id="34" creationId="{6B2528DF-E71E-41AC-01DC-5B6FDE2CA3B5}"/>
          </ac:spMkLst>
        </pc:spChg>
        <pc:spChg chg="add del mod">
          <ac:chgData name="Tryhorn, Dillon Noah" userId="b9ea5ca6-7a94-4934-9cf1-807ee8b90d3a" providerId="ADAL" clId="{8774E6F3-5816-4A33-81AA-DA76F3C259F0}" dt="2026-10-05T16:02:45.601" v="1486" actId="478"/>
          <ac:spMkLst>
            <pc:docMk/>
            <pc:sldMk cId="158191513" sldId="311"/>
            <ac:spMk id="36" creationId="{C07D19F4-01AD-4075-A97F-8B3DD4201AEE}"/>
          </ac:spMkLst>
        </pc:spChg>
        <pc:spChg chg="add del mod">
          <ac:chgData name="Tryhorn, Dillon Noah" userId="b9ea5ca6-7a94-4934-9cf1-807ee8b90d3a" providerId="ADAL" clId="{8774E6F3-5816-4A33-81AA-DA76F3C259F0}" dt="2026-10-05T16:01:49.289" v="1449" actId="478"/>
          <ac:spMkLst>
            <pc:docMk/>
            <pc:sldMk cId="158191513" sldId="311"/>
            <ac:spMk id="38" creationId="{69499A7C-934C-37FD-AB7F-096BCF84109C}"/>
          </ac:spMkLst>
        </pc:spChg>
        <pc:spChg chg="add del mod">
          <ac:chgData name="Tryhorn, Dillon Noah" userId="b9ea5ca6-7a94-4934-9cf1-807ee8b90d3a" providerId="ADAL" clId="{8774E6F3-5816-4A33-81AA-DA76F3C259F0}" dt="2026-10-05T16:00:21.154" v="1412" actId="22"/>
          <ac:spMkLst>
            <pc:docMk/>
            <pc:sldMk cId="158191513" sldId="311"/>
            <ac:spMk id="40" creationId="{76D0B02D-141E-B8B3-F88F-6726D58710AD}"/>
          </ac:spMkLst>
        </pc:spChg>
        <pc:spChg chg="add mod">
          <ac:chgData name="Tryhorn, Dillon Noah" userId="b9ea5ca6-7a94-4934-9cf1-807ee8b90d3a" providerId="ADAL" clId="{8774E6F3-5816-4A33-81AA-DA76F3C259F0}" dt="2026-10-05T16:06:34.554" v="1582" actId="1076"/>
          <ac:spMkLst>
            <pc:docMk/>
            <pc:sldMk cId="158191513" sldId="311"/>
            <ac:spMk id="42" creationId="{661CF9E2-8444-A70D-EA8D-AA5FD529F4A7}"/>
          </ac:spMkLst>
        </pc:spChg>
        <pc:spChg chg="add mod">
          <ac:chgData name="Tryhorn, Dillon Noah" userId="b9ea5ca6-7a94-4934-9cf1-807ee8b90d3a" providerId="ADAL" clId="{8774E6F3-5816-4A33-81AA-DA76F3C259F0}" dt="2026-10-05T16:06:34.554" v="1582" actId="1076"/>
          <ac:spMkLst>
            <pc:docMk/>
            <pc:sldMk cId="158191513" sldId="311"/>
            <ac:spMk id="55" creationId="{B065C36F-1805-632C-4212-72715BBEFD76}"/>
          </ac:spMkLst>
        </pc:spChg>
        <pc:spChg chg="add mod">
          <ac:chgData name="Tryhorn, Dillon Noah" userId="b9ea5ca6-7a94-4934-9cf1-807ee8b90d3a" providerId="ADAL" clId="{8774E6F3-5816-4A33-81AA-DA76F3C259F0}" dt="2026-10-05T16:06:34.554" v="1582" actId="1076"/>
          <ac:spMkLst>
            <pc:docMk/>
            <pc:sldMk cId="158191513" sldId="311"/>
            <ac:spMk id="61" creationId="{37AFF4D3-DF39-7B23-F7EF-6041CB96DBDA}"/>
          </ac:spMkLst>
        </pc:spChg>
        <pc:spChg chg="add mod">
          <ac:chgData name="Tryhorn, Dillon Noah" userId="b9ea5ca6-7a94-4934-9cf1-807ee8b90d3a" providerId="ADAL" clId="{8774E6F3-5816-4A33-81AA-DA76F3C259F0}" dt="2026-10-05T16:06:34.554" v="1582" actId="1076"/>
          <ac:spMkLst>
            <pc:docMk/>
            <pc:sldMk cId="158191513" sldId="311"/>
            <ac:spMk id="63" creationId="{027015FF-E9B1-7684-C941-0AEBE004B4C5}"/>
          </ac:spMkLst>
        </pc:spChg>
        <pc:spChg chg="add del mod">
          <ac:chgData name="Tryhorn, Dillon Noah" userId="b9ea5ca6-7a94-4934-9cf1-807ee8b90d3a" providerId="ADAL" clId="{8774E6F3-5816-4A33-81AA-DA76F3C259F0}" dt="2026-10-05T16:02:49.241" v="1487" actId="478"/>
          <ac:spMkLst>
            <pc:docMk/>
            <pc:sldMk cId="158191513" sldId="311"/>
            <ac:spMk id="65" creationId="{3AB18D79-39DA-C1CC-590F-9A721CBA72BD}"/>
          </ac:spMkLst>
        </pc:spChg>
        <pc:spChg chg="add mod">
          <ac:chgData name="Tryhorn, Dillon Noah" userId="b9ea5ca6-7a94-4934-9cf1-807ee8b90d3a" providerId="ADAL" clId="{8774E6F3-5816-4A33-81AA-DA76F3C259F0}" dt="2026-10-05T16:06:34.554" v="1582" actId="1076"/>
          <ac:spMkLst>
            <pc:docMk/>
            <pc:sldMk cId="158191513" sldId="311"/>
            <ac:spMk id="67" creationId="{F9EB4811-5447-45B1-4C22-6693AF3CED7C}"/>
          </ac:spMkLst>
        </pc:spChg>
        <pc:spChg chg="add mod">
          <ac:chgData name="Tryhorn, Dillon Noah" userId="b9ea5ca6-7a94-4934-9cf1-807ee8b90d3a" providerId="ADAL" clId="{8774E6F3-5816-4A33-81AA-DA76F3C259F0}" dt="2026-10-05T16:06:34.554" v="1582" actId="1076"/>
          <ac:spMkLst>
            <pc:docMk/>
            <pc:sldMk cId="158191513" sldId="311"/>
            <ac:spMk id="73" creationId="{979C10FD-6C51-76FA-74D2-02FF3D2A1BEE}"/>
          </ac:spMkLst>
        </pc:spChg>
        <pc:spChg chg="add mod">
          <ac:chgData name="Tryhorn, Dillon Noah" userId="b9ea5ca6-7a94-4934-9cf1-807ee8b90d3a" providerId="ADAL" clId="{8774E6F3-5816-4A33-81AA-DA76F3C259F0}" dt="2026-10-05T16:06:34.554" v="1582" actId="1076"/>
          <ac:spMkLst>
            <pc:docMk/>
            <pc:sldMk cId="158191513" sldId="311"/>
            <ac:spMk id="79" creationId="{8D83ABD2-EA47-4EA0-D44D-6A6FEEE30B29}"/>
          </ac:spMkLst>
        </pc:spChg>
        <pc:cxnChg chg="add mod">
          <ac:chgData name="Tryhorn, Dillon Noah" userId="b9ea5ca6-7a94-4934-9cf1-807ee8b90d3a" providerId="ADAL" clId="{8774E6F3-5816-4A33-81AA-DA76F3C259F0}" dt="2026-10-05T16:03:32.810" v="1520" actId="1076"/>
          <ac:cxnSpMkLst>
            <pc:docMk/>
            <pc:sldMk cId="158191513" sldId="311"/>
            <ac:cxnSpMk id="16" creationId="{7054205E-68DE-974C-2E5E-C925B2BC2885}"/>
          </ac:cxnSpMkLst>
        </pc:cxnChg>
        <pc:cxnChg chg="add mod">
          <ac:chgData name="Tryhorn, Dillon Noah" userId="b9ea5ca6-7a94-4934-9cf1-807ee8b90d3a" providerId="ADAL" clId="{8774E6F3-5816-4A33-81AA-DA76F3C259F0}" dt="2026-10-05T16:00:02.561" v="1393" actId="1076"/>
          <ac:cxnSpMkLst>
            <pc:docMk/>
            <pc:sldMk cId="158191513" sldId="311"/>
            <ac:cxnSpMk id="17" creationId="{3789B6B9-93AF-25FC-5A17-7B56033A3127}"/>
          </ac:cxnSpMkLst>
        </pc:cxnChg>
        <pc:cxnChg chg="add del mod">
          <ac:chgData name="Tryhorn, Dillon Noah" userId="b9ea5ca6-7a94-4934-9cf1-807ee8b90d3a" providerId="ADAL" clId="{8774E6F3-5816-4A33-81AA-DA76F3C259F0}" dt="2026-10-05T16:00:36.578" v="1417" actId="478"/>
          <ac:cxnSpMkLst>
            <pc:docMk/>
            <pc:sldMk cId="158191513" sldId="311"/>
            <ac:cxnSpMk id="21" creationId="{8B60F5C5-EFA0-1C99-DCFA-0C41B9B96226}"/>
          </ac:cxnSpMkLst>
        </pc:cxnChg>
        <pc:cxnChg chg="add mod">
          <ac:chgData name="Tryhorn, Dillon Noah" userId="b9ea5ca6-7a94-4934-9cf1-807ee8b90d3a" providerId="ADAL" clId="{8774E6F3-5816-4A33-81AA-DA76F3C259F0}" dt="2026-10-05T16:05:02.746" v="1565" actId="208"/>
          <ac:cxnSpMkLst>
            <pc:docMk/>
            <pc:sldMk cId="158191513" sldId="311"/>
            <ac:cxnSpMk id="24" creationId="{7D0A03F5-6147-7E11-3046-08C1010C9A7A}"/>
          </ac:cxnSpMkLst>
        </pc:cxnChg>
        <pc:cxnChg chg="add mod">
          <ac:chgData name="Tryhorn, Dillon Noah" userId="b9ea5ca6-7a94-4934-9cf1-807ee8b90d3a" providerId="ADAL" clId="{8774E6F3-5816-4A33-81AA-DA76F3C259F0}" dt="2026-10-05T16:05:14.312" v="1567" actId="1076"/>
          <ac:cxnSpMkLst>
            <pc:docMk/>
            <pc:sldMk cId="158191513" sldId="311"/>
            <ac:cxnSpMk id="25" creationId="{AB4D724F-0181-1781-8330-1EC6FBD636BC}"/>
          </ac:cxnSpMkLst>
        </pc:cxnChg>
        <pc:cxnChg chg="add mod">
          <ac:chgData name="Tryhorn, Dillon Noah" userId="b9ea5ca6-7a94-4934-9cf1-807ee8b90d3a" providerId="ADAL" clId="{8774E6F3-5816-4A33-81AA-DA76F3C259F0}" dt="2026-10-05T16:05:00.105" v="1564" actId="208"/>
          <ac:cxnSpMkLst>
            <pc:docMk/>
            <pc:sldMk cId="158191513" sldId="311"/>
            <ac:cxnSpMk id="27" creationId="{E935D39C-4462-4416-7B30-695CEFE28884}"/>
          </ac:cxnSpMkLst>
        </pc:cxnChg>
        <pc:cxnChg chg="add mod">
          <ac:chgData name="Tryhorn, Dillon Noah" userId="b9ea5ca6-7a94-4934-9cf1-807ee8b90d3a" providerId="ADAL" clId="{8774E6F3-5816-4A33-81AA-DA76F3C259F0}" dt="2026-10-05T15:59:03.098" v="1369" actId="1076"/>
          <ac:cxnSpMkLst>
            <pc:docMk/>
            <pc:sldMk cId="158191513" sldId="311"/>
            <ac:cxnSpMk id="28" creationId="{91B538C5-6642-83AC-EF71-DC43F9539DD7}"/>
          </ac:cxnSpMkLst>
        </pc:cxnChg>
        <pc:cxnChg chg="add del mod">
          <ac:chgData name="Tryhorn, Dillon Noah" userId="b9ea5ca6-7a94-4934-9cf1-807ee8b90d3a" providerId="ADAL" clId="{8774E6F3-5816-4A33-81AA-DA76F3C259F0}" dt="2026-10-05T16:05:56.904" v="1577" actId="478"/>
          <ac:cxnSpMkLst>
            <pc:docMk/>
            <pc:sldMk cId="158191513" sldId="311"/>
            <ac:cxnSpMk id="29" creationId="{332F7CBC-77C8-8A28-0D88-502F08F0D8A5}"/>
          </ac:cxnSpMkLst>
        </pc:cxnChg>
        <pc:cxnChg chg="add mod">
          <ac:chgData name="Tryhorn, Dillon Noah" userId="b9ea5ca6-7a94-4934-9cf1-807ee8b90d3a" providerId="ADAL" clId="{8774E6F3-5816-4A33-81AA-DA76F3C259F0}" dt="2026-10-05T16:05:50.776" v="1575" actId="14100"/>
          <ac:cxnSpMkLst>
            <pc:docMk/>
            <pc:sldMk cId="158191513" sldId="311"/>
            <ac:cxnSpMk id="45" creationId="{F139FC18-F750-73CE-E23B-D516060FA514}"/>
          </ac:cxnSpMkLst>
        </pc:cxnChg>
        <pc:cxnChg chg="add mod">
          <ac:chgData name="Tryhorn, Dillon Noah" userId="b9ea5ca6-7a94-4934-9cf1-807ee8b90d3a" providerId="ADAL" clId="{8774E6F3-5816-4A33-81AA-DA76F3C259F0}" dt="2026-10-05T16:04:53.425" v="1563" actId="14100"/>
          <ac:cxnSpMkLst>
            <pc:docMk/>
            <pc:sldMk cId="158191513" sldId="311"/>
            <ac:cxnSpMk id="48" creationId="{5C4E7353-1CF0-08DB-FA97-29AB75A87729}"/>
          </ac:cxnSpMkLst>
        </pc:cxnChg>
        <pc:cxnChg chg="add mod">
          <ac:chgData name="Tryhorn, Dillon Noah" userId="b9ea5ca6-7a94-4934-9cf1-807ee8b90d3a" providerId="ADAL" clId="{8774E6F3-5816-4A33-81AA-DA76F3C259F0}" dt="2026-10-05T16:01:41.434" v="1445" actId="1076"/>
          <ac:cxnSpMkLst>
            <pc:docMk/>
            <pc:sldMk cId="158191513" sldId="311"/>
            <ac:cxnSpMk id="53" creationId="{02794C4F-6DA2-5DA9-ADC5-BE3DE72D4428}"/>
          </ac:cxnSpMkLst>
        </pc:cxnChg>
        <pc:cxnChg chg="add del mod">
          <ac:chgData name="Tryhorn, Dillon Noah" userId="b9ea5ca6-7a94-4934-9cf1-807ee8b90d3a" providerId="ADAL" clId="{8774E6F3-5816-4A33-81AA-DA76F3C259F0}" dt="2026-10-05T16:02:00.599" v="1455" actId="478"/>
          <ac:cxnSpMkLst>
            <pc:docMk/>
            <pc:sldMk cId="158191513" sldId="311"/>
            <ac:cxnSpMk id="56" creationId="{AE0C3F7F-CAFC-9AF8-0B75-53E60CDC89AD}"/>
          </ac:cxnSpMkLst>
        </pc:cxnChg>
        <pc:cxnChg chg="add mod">
          <ac:chgData name="Tryhorn, Dillon Noah" userId="b9ea5ca6-7a94-4934-9cf1-807ee8b90d3a" providerId="ADAL" clId="{8774E6F3-5816-4A33-81AA-DA76F3C259F0}" dt="2026-10-05T16:02:08.992" v="1459" actId="1076"/>
          <ac:cxnSpMkLst>
            <pc:docMk/>
            <pc:sldMk cId="158191513" sldId="311"/>
            <ac:cxnSpMk id="58" creationId="{874C3E27-84AE-1F32-FE43-6A0AF36E8860}"/>
          </ac:cxnSpMkLst>
        </pc:cxnChg>
        <pc:cxnChg chg="add del mod">
          <ac:chgData name="Tryhorn, Dillon Noah" userId="b9ea5ca6-7a94-4934-9cf1-807ee8b90d3a" providerId="ADAL" clId="{8774E6F3-5816-4A33-81AA-DA76F3C259F0}" dt="2026-10-05T16:03:57.307" v="1538" actId="21"/>
          <ac:cxnSpMkLst>
            <pc:docMk/>
            <pc:sldMk cId="158191513" sldId="311"/>
            <ac:cxnSpMk id="69" creationId="{DF54EEDD-B244-D5DA-B638-EADCE2118DD7}"/>
          </ac:cxnSpMkLst>
        </pc:cxnChg>
        <pc:cxnChg chg="add mod">
          <ac:chgData name="Tryhorn, Dillon Noah" userId="b9ea5ca6-7a94-4934-9cf1-807ee8b90d3a" providerId="ADAL" clId="{8774E6F3-5816-4A33-81AA-DA76F3C259F0}" dt="2026-10-05T16:04:12.813" v="1545" actId="208"/>
          <ac:cxnSpMkLst>
            <pc:docMk/>
            <pc:sldMk cId="158191513" sldId="311"/>
            <ac:cxnSpMk id="74" creationId="{786E3770-CAC9-A7F0-5EDE-DDA283BBDFE7}"/>
          </ac:cxnSpMkLst>
        </pc:cxnChg>
        <pc:cxnChg chg="add mod">
          <ac:chgData name="Tryhorn, Dillon Noah" userId="b9ea5ca6-7a94-4934-9cf1-807ee8b90d3a" providerId="ADAL" clId="{8774E6F3-5816-4A33-81AA-DA76F3C259F0}" dt="2026-10-05T16:06:02.016" v="1579" actId="14100"/>
          <ac:cxnSpMkLst>
            <pc:docMk/>
            <pc:sldMk cId="158191513" sldId="311"/>
            <ac:cxnSpMk id="91" creationId="{CBB2D3D3-47AE-44D7-AE23-C93208142A66}"/>
          </ac:cxnSpMkLst>
        </pc:cxnChg>
      </pc:sldChg>
      <pc:sldChg chg="modSp new mod ord">
        <pc:chgData name="Tryhorn, Dillon Noah" userId="b9ea5ca6-7a94-4934-9cf1-807ee8b90d3a" providerId="ADAL" clId="{8774E6F3-5816-4A33-81AA-DA76F3C259F0}" dt="2026-10-05T16:07:59.617" v="1782" actId="20577"/>
        <pc:sldMkLst>
          <pc:docMk/>
          <pc:sldMk cId="313505739" sldId="312"/>
        </pc:sldMkLst>
        <pc:spChg chg="mod">
          <ac:chgData name="Tryhorn, Dillon Noah" userId="b9ea5ca6-7a94-4934-9cf1-807ee8b90d3a" providerId="ADAL" clId="{8774E6F3-5816-4A33-81AA-DA76F3C259F0}" dt="2026-10-05T12:55:12.281" v="366" actId="20577"/>
          <ac:spMkLst>
            <pc:docMk/>
            <pc:sldMk cId="313505739" sldId="312"/>
            <ac:spMk id="2" creationId="{4CF1B689-6012-B4FB-1588-246B845A04D4}"/>
          </ac:spMkLst>
        </pc:spChg>
        <pc:spChg chg="mod">
          <ac:chgData name="Tryhorn, Dillon Noah" userId="b9ea5ca6-7a94-4934-9cf1-807ee8b90d3a" providerId="ADAL" clId="{8774E6F3-5816-4A33-81AA-DA76F3C259F0}" dt="2026-10-05T16:07:59.617" v="1782" actId="20577"/>
          <ac:spMkLst>
            <pc:docMk/>
            <pc:sldMk cId="313505739" sldId="312"/>
            <ac:spMk id="3" creationId="{86088CB3-BEF0-768A-B6D3-F5CEC4608F1D}"/>
          </ac:spMkLst>
        </pc:spChg>
      </pc:sldChg>
      <pc:sldChg chg="modSp new mod ord">
        <pc:chgData name="Tryhorn, Dillon Noah" userId="b9ea5ca6-7a94-4934-9cf1-807ee8b90d3a" providerId="ADAL" clId="{8774E6F3-5816-4A33-81AA-DA76F3C259F0}" dt="2026-10-05T16:13:31.922" v="2372" actId="20577"/>
        <pc:sldMkLst>
          <pc:docMk/>
          <pc:sldMk cId="3048492736" sldId="313"/>
        </pc:sldMkLst>
        <pc:spChg chg="mod">
          <ac:chgData name="Tryhorn, Dillon Noah" userId="b9ea5ca6-7a94-4934-9cf1-807ee8b90d3a" providerId="ADAL" clId="{8774E6F3-5816-4A33-81AA-DA76F3C259F0}" dt="2026-10-05T12:56:02.410" v="435" actId="20577"/>
          <ac:spMkLst>
            <pc:docMk/>
            <pc:sldMk cId="3048492736" sldId="313"/>
            <ac:spMk id="2" creationId="{1E5CD2F3-91AE-2DC2-8C32-D38018CACE83}"/>
          </ac:spMkLst>
        </pc:spChg>
        <pc:spChg chg="mod">
          <ac:chgData name="Tryhorn, Dillon Noah" userId="b9ea5ca6-7a94-4934-9cf1-807ee8b90d3a" providerId="ADAL" clId="{8774E6F3-5816-4A33-81AA-DA76F3C259F0}" dt="2026-10-05T16:13:31.922" v="2372" actId="20577"/>
          <ac:spMkLst>
            <pc:docMk/>
            <pc:sldMk cId="3048492736" sldId="313"/>
            <ac:spMk id="3" creationId="{F2E07926-0F55-8E98-3E3F-3BDB6D843B98}"/>
          </ac:spMkLst>
        </pc:spChg>
      </pc:sldChg>
      <pc:sldChg chg="modSp new mod">
        <pc:chgData name="Tryhorn, Dillon Noah" userId="b9ea5ca6-7a94-4934-9cf1-807ee8b90d3a" providerId="ADAL" clId="{8774E6F3-5816-4A33-81AA-DA76F3C259F0}" dt="2026-10-05T16:15:58.680" v="2499" actId="20577"/>
        <pc:sldMkLst>
          <pc:docMk/>
          <pc:sldMk cId="160478855" sldId="314"/>
        </pc:sldMkLst>
        <pc:spChg chg="mod">
          <ac:chgData name="Tryhorn, Dillon Noah" userId="b9ea5ca6-7a94-4934-9cf1-807ee8b90d3a" providerId="ADAL" clId="{8774E6F3-5816-4A33-81AA-DA76F3C259F0}" dt="2026-10-05T12:54:20.073" v="332" actId="20577"/>
          <ac:spMkLst>
            <pc:docMk/>
            <pc:sldMk cId="160478855" sldId="314"/>
            <ac:spMk id="2" creationId="{7490DF18-877D-DF6F-9092-7BF404BA093F}"/>
          </ac:spMkLst>
        </pc:spChg>
        <pc:spChg chg="mod">
          <ac:chgData name="Tryhorn, Dillon Noah" userId="b9ea5ca6-7a94-4934-9cf1-807ee8b90d3a" providerId="ADAL" clId="{8774E6F3-5816-4A33-81AA-DA76F3C259F0}" dt="2026-10-05T16:15:58.680" v="2499" actId="20577"/>
          <ac:spMkLst>
            <pc:docMk/>
            <pc:sldMk cId="160478855" sldId="314"/>
            <ac:spMk id="3" creationId="{4B47E68D-69F1-0134-4D1E-207FBF7E67C5}"/>
          </ac:spMkLst>
        </pc:spChg>
      </pc:sldChg>
      <pc:sldChg chg="addSp delSp modSp new mod">
        <pc:chgData name="Tryhorn, Dillon Noah" userId="b9ea5ca6-7a94-4934-9cf1-807ee8b90d3a" providerId="ADAL" clId="{8774E6F3-5816-4A33-81AA-DA76F3C259F0}" dt="2026-10-05T16:12:16.329" v="2275" actId="20577"/>
        <pc:sldMkLst>
          <pc:docMk/>
          <pc:sldMk cId="1327699856" sldId="315"/>
        </pc:sldMkLst>
        <pc:spChg chg="mod">
          <ac:chgData name="Tryhorn, Dillon Noah" userId="b9ea5ca6-7a94-4934-9cf1-807ee8b90d3a" providerId="ADAL" clId="{8774E6F3-5816-4A33-81AA-DA76F3C259F0}" dt="2026-10-05T12:54:09.635" v="322" actId="403"/>
          <ac:spMkLst>
            <pc:docMk/>
            <pc:sldMk cId="1327699856" sldId="315"/>
            <ac:spMk id="2" creationId="{EB2C2E01-4138-F155-3E0C-1764C638C4C4}"/>
          </ac:spMkLst>
        </pc:spChg>
        <pc:spChg chg="del mod">
          <ac:chgData name="Tryhorn, Dillon Noah" userId="b9ea5ca6-7a94-4934-9cf1-807ee8b90d3a" providerId="ADAL" clId="{8774E6F3-5816-4A33-81AA-DA76F3C259F0}" dt="2026-10-05T12:58:36.739" v="445" actId="22"/>
          <ac:spMkLst>
            <pc:docMk/>
            <pc:sldMk cId="1327699856" sldId="315"/>
            <ac:spMk id="3" creationId="{1037CCFD-1C76-04F4-3F67-2909F902A291}"/>
          </ac:spMkLst>
        </pc:spChg>
        <pc:spChg chg="add mod">
          <ac:chgData name="Tryhorn, Dillon Noah" userId="b9ea5ca6-7a94-4934-9cf1-807ee8b90d3a" providerId="ADAL" clId="{8774E6F3-5816-4A33-81AA-DA76F3C259F0}" dt="2026-10-05T16:12:16.329" v="2275" actId="20577"/>
          <ac:spMkLst>
            <pc:docMk/>
            <pc:sldMk cId="1327699856" sldId="315"/>
            <ac:spMk id="8" creationId="{5C5CB9AA-9951-0B66-EB85-0664B9403A66}"/>
          </ac:spMkLst>
        </pc:spChg>
        <pc:picChg chg="del">
          <ac:chgData name="Tryhorn, Dillon Noah" userId="b9ea5ca6-7a94-4934-9cf1-807ee8b90d3a" providerId="ADAL" clId="{8774E6F3-5816-4A33-81AA-DA76F3C259F0}" dt="2026-10-05T12:58:38.609" v="446" actId="478"/>
          <ac:picMkLst>
            <pc:docMk/>
            <pc:sldMk cId="1327699856" sldId="315"/>
            <ac:picMk id="4" creationId="{428AEFA8-EB45-5E54-786E-571E1C43D462}"/>
          </ac:picMkLst>
        </pc:picChg>
        <pc:picChg chg="add mod ord">
          <ac:chgData name="Tryhorn, Dillon Noah" userId="b9ea5ca6-7a94-4934-9cf1-807ee8b90d3a" providerId="ADAL" clId="{8774E6F3-5816-4A33-81AA-DA76F3C259F0}" dt="2026-10-05T12:58:36.739" v="445" actId="22"/>
          <ac:picMkLst>
            <pc:docMk/>
            <pc:sldMk cId="1327699856" sldId="315"/>
            <ac:picMk id="6" creationId="{85CCE34D-58AD-5297-5C19-622E89D17CB7}"/>
          </ac:picMkLst>
        </pc:picChg>
      </pc:sldChg>
      <pc:sldChg chg="modSp add mod">
        <pc:chgData name="Tryhorn, Dillon Noah" userId="b9ea5ca6-7a94-4934-9cf1-807ee8b90d3a" providerId="ADAL" clId="{8774E6F3-5816-4A33-81AA-DA76F3C259F0}" dt="2026-10-05T16:14:59.681" v="2424" actId="20577"/>
        <pc:sldMkLst>
          <pc:docMk/>
          <pc:sldMk cId="4293793330" sldId="316"/>
        </pc:sldMkLst>
        <pc:spChg chg="mod">
          <ac:chgData name="Tryhorn, Dillon Noah" userId="b9ea5ca6-7a94-4934-9cf1-807ee8b90d3a" providerId="ADAL" clId="{8774E6F3-5816-4A33-81AA-DA76F3C259F0}" dt="2026-10-05T16:14:59.681" v="2424" actId="20577"/>
          <ac:spMkLst>
            <pc:docMk/>
            <pc:sldMk cId="4293793330" sldId="316"/>
            <ac:spMk id="3" creationId="{F3C83B97-9B09-7AB0-6019-846BC6ADD244}"/>
          </ac:spMkLst>
        </pc:spChg>
      </pc:sldChg>
      <pc:sldChg chg="new del">
        <pc:chgData name="Tryhorn, Dillon Noah" userId="b9ea5ca6-7a94-4934-9cf1-807ee8b90d3a" providerId="ADAL" clId="{8774E6F3-5816-4A33-81AA-DA76F3C259F0}" dt="2026-10-05T13:01:50.095" v="460" actId="680"/>
        <pc:sldMkLst>
          <pc:docMk/>
          <pc:sldMk cId="282739136" sldId="317"/>
        </pc:sldMkLst>
      </pc:sldChg>
      <pc:sldChg chg="new del">
        <pc:chgData name="Tryhorn, Dillon Noah" userId="b9ea5ca6-7a94-4934-9cf1-807ee8b90d3a" providerId="ADAL" clId="{8774E6F3-5816-4A33-81AA-DA76F3C259F0}" dt="2026-10-05T13:01:45.342" v="458" actId="680"/>
        <pc:sldMkLst>
          <pc:docMk/>
          <pc:sldMk cId="896304624" sldId="317"/>
        </pc:sldMkLst>
      </pc:sldChg>
      <pc:sldChg chg="modSp add mod ord modShow">
        <pc:chgData name="Tryhorn, Dillon Noah" userId="b9ea5ca6-7a94-4934-9cf1-807ee8b90d3a" providerId="ADAL" clId="{8774E6F3-5816-4A33-81AA-DA76F3C259F0}" dt="2026-10-05T16:12:26.208" v="2279" actId="729"/>
        <pc:sldMkLst>
          <pc:docMk/>
          <pc:sldMk cId="1157336563" sldId="317"/>
        </pc:sldMkLst>
        <pc:spChg chg="mod">
          <ac:chgData name="Tryhorn, Dillon Noah" userId="b9ea5ca6-7a94-4934-9cf1-807ee8b90d3a" providerId="ADAL" clId="{8774E6F3-5816-4A33-81AA-DA76F3C259F0}" dt="2026-10-05T13:01:56.698" v="473" actId="20577"/>
          <ac:spMkLst>
            <pc:docMk/>
            <pc:sldMk cId="1157336563" sldId="317"/>
            <ac:spMk id="2" creationId="{28D37958-6727-CAC9-B892-BE4A639FC0CE}"/>
          </ac:spMkLst>
        </pc:spChg>
        <pc:spChg chg="mod">
          <ac:chgData name="Tryhorn, Dillon Noah" userId="b9ea5ca6-7a94-4934-9cf1-807ee8b90d3a" providerId="ADAL" clId="{8774E6F3-5816-4A33-81AA-DA76F3C259F0}" dt="2026-10-05T16:12:23.037" v="2278" actId="207"/>
          <ac:spMkLst>
            <pc:docMk/>
            <pc:sldMk cId="1157336563" sldId="317"/>
            <ac:spMk id="3" creationId="{7A0CF629-A498-DFBE-15E6-2E17F2C3615E}"/>
          </ac:spMkLst>
        </pc:spChg>
      </pc:sldChg>
      <pc:sldMasterChg chg="addSp delSp modSp mod">
        <pc:chgData name="Tryhorn, Dillon Noah" userId="b9ea5ca6-7a94-4934-9cf1-807ee8b90d3a" providerId="ADAL" clId="{8774E6F3-5816-4A33-81AA-DA76F3C259F0}" dt="2026-10-05T12:49:37.485" v="121"/>
        <pc:sldMasterMkLst>
          <pc:docMk/>
          <pc:sldMasterMk cId="3734659804" sldId="2147483662"/>
        </pc:sldMasterMkLst>
        <pc:picChg chg="add del mod">
          <ac:chgData name="Tryhorn, Dillon Noah" userId="b9ea5ca6-7a94-4934-9cf1-807ee8b90d3a" providerId="ADAL" clId="{8774E6F3-5816-4A33-81AA-DA76F3C259F0}" dt="2026-10-05T12:49:37.485" v="121"/>
          <ac:picMkLst>
            <pc:docMk/>
            <pc:sldMasterMk cId="3734659804" sldId="2147483662"/>
            <ac:picMk id="9" creationId="{80687414-EC5C-7D2D-14EA-95BB4691D0AF}"/>
          </ac:picMkLst>
        </pc:picChg>
      </pc:sldMasterChg>
    </pc:docChg>
  </pc:docChgLst>
  <pc:docChgLst>
    <pc:chgData name="Tryhorn, Dillon Noah" userId="b9ea5ca6-7a94-4934-9cf1-807ee8b90d3a" providerId="ADAL" clId="{AD591EF4-7BAC-4158-97B8-A03F71455983}"/>
    <pc:docChg chg="modSld">
      <pc:chgData name="Tryhorn, Dillon Noah" userId="b9ea5ca6-7a94-4934-9cf1-807ee8b90d3a" providerId="ADAL" clId="{AD591EF4-7BAC-4158-97B8-A03F71455983}" dt="2026-10-06T00:21:58.412" v="14" actId="14100"/>
      <pc:docMkLst>
        <pc:docMk/>
      </pc:docMkLst>
      <pc:sldChg chg="modSp mod">
        <pc:chgData name="Tryhorn, Dillon Noah" userId="b9ea5ca6-7a94-4934-9cf1-807ee8b90d3a" providerId="ADAL" clId="{AD591EF4-7BAC-4158-97B8-A03F71455983}" dt="2026-10-06T00:17:17.582" v="2" actId="20577"/>
        <pc:sldMkLst>
          <pc:docMk/>
          <pc:sldMk cId="724573908" sldId="309"/>
        </pc:sldMkLst>
        <pc:spChg chg="mod">
          <ac:chgData name="Tryhorn, Dillon Noah" userId="b9ea5ca6-7a94-4934-9cf1-807ee8b90d3a" providerId="ADAL" clId="{AD591EF4-7BAC-4158-97B8-A03F71455983}" dt="2026-10-06T00:17:17.582" v="2" actId="20577"/>
          <ac:spMkLst>
            <pc:docMk/>
            <pc:sldMk cId="724573908" sldId="309"/>
            <ac:spMk id="3" creationId="{BCB976F5-F283-F49C-DDA3-D5D088F99E11}"/>
          </ac:spMkLst>
        </pc:spChg>
      </pc:sldChg>
      <pc:sldChg chg="modSp mod">
        <pc:chgData name="Tryhorn, Dillon Noah" userId="b9ea5ca6-7a94-4934-9cf1-807ee8b90d3a" providerId="ADAL" clId="{AD591EF4-7BAC-4158-97B8-A03F71455983}" dt="2026-10-06T00:21:25.717" v="13" actId="1076"/>
        <pc:sldMkLst>
          <pc:docMk/>
          <pc:sldMk cId="158191513" sldId="311"/>
        </pc:sldMkLst>
        <pc:spChg chg="mod">
          <ac:chgData name="Tryhorn, Dillon Noah" userId="b9ea5ca6-7a94-4934-9cf1-807ee8b90d3a" providerId="ADAL" clId="{AD591EF4-7BAC-4158-97B8-A03F71455983}" dt="2026-10-06T00:21:25.717" v="13" actId="1076"/>
          <ac:spMkLst>
            <pc:docMk/>
            <pc:sldMk cId="158191513" sldId="311"/>
            <ac:spMk id="73" creationId="{979C10FD-6C51-76FA-74D2-02FF3D2A1BEE}"/>
          </ac:spMkLst>
        </pc:spChg>
        <pc:spChg chg="mod">
          <ac:chgData name="Tryhorn, Dillon Noah" userId="b9ea5ca6-7a94-4934-9cf1-807ee8b90d3a" providerId="ADAL" clId="{AD591EF4-7BAC-4158-97B8-A03F71455983}" dt="2026-10-06T00:18:01.487" v="6" actId="20577"/>
          <ac:spMkLst>
            <pc:docMk/>
            <pc:sldMk cId="158191513" sldId="311"/>
            <ac:spMk id="79" creationId="{8D83ABD2-EA47-4EA0-D44D-6A6FEEE30B29}"/>
          </ac:spMkLst>
        </pc:spChg>
      </pc:sldChg>
      <pc:sldChg chg="modSp mod">
        <pc:chgData name="Tryhorn, Dillon Noah" userId="b9ea5ca6-7a94-4934-9cf1-807ee8b90d3a" providerId="ADAL" clId="{AD591EF4-7BAC-4158-97B8-A03F71455983}" dt="2026-10-06T00:21:58.412" v="14" actId="14100"/>
        <pc:sldMkLst>
          <pc:docMk/>
          <pc:sldMk cId="3048492736" sldId="313"/>
        </pc:sldMkLst>
        <pc:spChg chg="mod">
          <ac:chgData name="Tryhorn, Dillon Noah" userId="b9ea5ca6-7a94-4934-9cf1-807ee8b90d3a" providerId="ADAL" clId="{AD591EF4-7BAC-4158-97B8-A03F71455983}" dt="2026-10-06T00:21:58.412" v="14" actId="14100"/>
          <ac:spMkLst>
            <pc:docMk/>
            <pc:sldMk cId="3048492736" sldId="313"/>
            <ac:spMk id="3" creationId="{F2E07926-0F55-8E98-3E3F-3BDB6D843B98}"/>
          </ac:spMkLst>
        </pc:spChg>
      </pc:sldChg>
      <pc:sldChg chg="modSp mod">
        <pc:chgData name="Tryhorn, Dillon Noah" userId="b9ea5ca6-7a94-4934-9cf1-807ee8b90d3a" providerId="ADAL" clId="{AD591EF4-7BAC-4158-97B8-A03F71455983}" dt="2026-10-06T00:20:17.975" v="11" actId="20577"/>
        <pc:sldMkLst>
          <pc:docMk/>
          <pc:sldMk cId="4293793330" sldId="316"/>
        </pc:sldMkLst>
        <pc:spChg chg="mod">
          <ac:chgData name="Tryhorn, Dillon Noah" userId="b9ea5ca6-7a94-4934-9cf1-807ee8b90d3a" providerId="ADAL" clId="{AD591EF4-7BAC-4158-97B8-A03F71455983}" dt="2026-10-06T00:20:17.975" v="11" actId="20577"/>
          <ac:spMkLst>
            <pc:docMk/>
            <pc:sldMk cId="4293793330" sldId="316"/>
            <ac:spMk id="2" creationId="{03AAB84A-1A16-6A9A-DB05-D7485A242A9F}"/>
          </ac:spMkLst>
        </pc:spChg>
      </pc:sldChg>
    </pc:docChg>
  </pc:docChgLst>
  <pc:docChgLst>
    <pc:chgData name="Rillo, William Frederick" userId="S::rillo.5@wright.edu::edb527ac-7261-47ca-9c68-e14373626b05" providerId="AD" clId="Web-{833B207D-BA41-DF16-F2FB-AE2CC035FEF3}"/>
    <pc:docChg chg="modSld">
      <pc:chgData name="Rillo, William Frederick" userId="S::rillo.5@wright.edu::edb527ac-7261-47ca-9c68-e14373626b05" providerId="AD" clId="Web-{833B207D-BA41-DF16-F2FB-AE2CC035FEF3}" dt="2026-10-05T18:26:42.216" v="223" actId="20577"/>
      <pc:docMkLst>
        <pc:docMk/>
      </pc:docMkLst>
      <pc:sldChg chg="modSp">
        <pc:chgData name="Rillo, William Frederick" userId="S::rillo.5@wright.edu::edb527ac-7261-47ca-9c68-e14373626b05" providerId="AD" clId="Web-{833B207D-BA41-DF16-F2FB-AE2CC035FEF3}" dt="2026-10-05T18:21:01.479" v="188" actId="20577"/>
        <pc:sldMkLst>
          <pc:docMk/>
          <pc:sldMk cId="469754757" sldId="308"/>
        </pc:sldMkLst>
        <pc:spChg chg="mod">
          <ac:chgData name="Rillo, William Frederick" userId="S::rillo.5@wright.edu::edb527ac-7261-47ca-9c68-e14373626b05" providerId="AD" clId="Web-{833B207D-BA41-DF16-F2FB-AE2CC035FEF3}" dt="2026-10-05T18:21:01.479" v="188" actId="20577"/>
          <ac:spMkLst>
            <pc:docMk/>
            <pc:sldMk cId="469754757" sldId="308"/>
            <ac:spMk id="3" creationId="{520A7473-B5D7-3978-2FCF-529ED445446E}"/>
          </ac:spMkLst>
        </pc:spChg>
      </pc:sldChg>
      <pc:sldChg chg="modSp">
        <pc:chgData name="Rillo, William Frederick" userId="S::rillo.5@wright.edu::edb527ac-7261-47ca-9c68-e14373626b05" providerId="AD" clId="Web-{833B207D-BA41-DF16-F2FB-AE2CC035FEF3}" dt="2026-10-05T18:26:42.216" v="223" actId="20577"/>
        <pc:sldMkLst>
          <pc:docMk/>
          <pc:sldMk cId="724573908" sldId="309"/>
        </pc:sldMkLst>
        <pc:spChg chg="mod">
          <ac:chgData name="Rillo, William Frederick" userId="S::rillo.5@wright.edu::edb527ac-7261-47ca-9c68-e14373626b05" providerId="AD" clId="Web-{833B207D-BA41-DF16-F2FB-AE2CC035FEF3}" dt="2026-10-05T18:26:42.216" v="223" actId="20577"/>
          <ac:spMkLst>
            <pc:docMk/>
            <pc:sldMk cId="724573908" sldId="309"/>
            <ac:spMk id="3" creationId="{BCB976F5-F283-F49C-DDA3-D5D088F99E11}"/>
          </ac:spMkLst>
        </pc:spChg>
      </pc:sldChg>
      <pc:sldChg chg="addSp delSp modSp">
        <pc:chgData name="Rillo, William Frederick" userId="S::rillo.5@wright.edu::edb527ac-7261-47ca-9c68-e14373626b05" providerId="AD" clId="Web-{833B207D-BA41-DF16-F2FB-AE2CC035FEF3}" dt="2026-10-05T18:16:25.211" v="160" actId="20577"/>
        <pc:sldMkLst>
          <pc:docMk/>
          <pc:sldMk cId="2193769292" sldId="310"/>
        </pc:sldMkLst>
        <pc:spChg chg="mod">
          <ac:chgData name="Rillo, William Frederick" userId="S::rillo.5@wright.edu::edb527ac-7261-47ca-9c68-e14373626b05" providerId="AD" clId="Web-{833B207D-BA41-DF16-F2FB-AE2CC035FEF3}" dt="2026-10-05T18:16:25.211" v="160" actId="20577"/>
          <ac:spMkLst>
            <pc:docMk/>
            <pc:sldMk cId="2193769292" sldId="310"/>
            <ac:spMk id="3" creationId="{AAB229D3-86E1-46D1-0BCF-24D1E3112F1E}"/>
          </ac:spMkLst>
        </pc:spChg>
        <pc:picChg chg="add del mod">
          <ac:chgData name="Rillo, William Frederick" userId="S::rillo.5@wright.edu::edb527ac-7261-47ca-9c68-e14373626b05" providerId="AD" clId="Web-{833B207D-BA41-DF16-F2FB-AE2CC035FEF3}" dt="2026-10-05T18:12:52.287" v="141"/>
          <ac:picMkLst>
            <pc:docMk/>
            <pc:sldMk cId="2193769292" sldId="310"/>
            <ac:picMk id="4" creationId="{9ABC3BCF-6E47-D424-5643-C90306083B1A}"/>
          </ac:picMkLst>
        </pc:picChg>
        <pc:picChg chg="add mod">
          <ac:chgData name="Rillo, William Frederick" userId="S::rillo.5@wright.edu::edb527ac-7261-47ca-9c68-e14373626b05" providerId="AD" clId="Web-{833B207D-BA41-DF16-F2FB-AE2CC035FEF3}" dt="2026-10-05T18:13:20.131" v="146" actId="14100"/>
          <ac:picMkLst>
            <pc:docMk/>
            <pc:sldMk cId="2193769292" sldId="310"/>
            <ac:picMk id="5" creationId="{847E5D13-8FA6-8FEF-1245-491AEC976482}"/>
          </ac:picMkLst>
        </pc:picChg>
        <pc:picChg chg="add mod">
          <ac:chgData name="Rillo, William Frederick" userId="S::rillo.5@wright.edu::edb527ac-7261-47ca-9c68-e14373626b05" providerId="AD" clId="Web-{833B207D-BA41-DF16-F2FB-AE2CC035FEF3}" dt="2026-10-05T18:15:41.351" v="157" actId="1076"/>
          <ac:picMkLst>
            <pc:docMk/>
            <pc:sldMk cId="2193769292" sldId="310"/>
            <ac:picMk id="6" creationId="{83F9FD26-FA20-3E55-3FDB-EEB82A42D45F}"/>
          </ac:picMkLst>
        </pc:picChg>
      </pc:sldChg>
      <pc:sldChg chg="modSp">
        <pc:chgData name="Rillo, William Frederick" userId="S::rillo.5@wright.edu::edb527ac-7261-47ca-9c68-e14373626b05" providerId="AD" clId="Web-{833B207D-BA41-DF16-F2FB-AE2CC035FEF3}" dt="2026-10-05T18:19:54.838" v="185" actId="20577"/>
        <pc:sldMkLst>
          <pc:docMk/>
          <pc:sldMk cId="313505739" sldId="312"/>
        </pc:sldMkLst>
        <pc:spChg chg="mod">
          <ac:chgData name="Rillo, William Frederick" userId="S::rillo.5@wright.edu::edb527ac-7261-47ca-9c68-e14373626b05" providerId="AD" clId="Web-{833B207D-BA41-DF16-F2FB-AE2CC035FEF3}" dt="2026-10-05T18:19:54.838" v="185" actId="20577"/>
          <ac:spMkLst>
            <pc:docMk/>
            <pc:sldMk cId="313505739" sldId="312"/>
            <ac:spMk id="3" creationId="{86088CB3-BEF0-768A-B6D3-F5CEC4608F1D}"/>
          </ac:spMkLst>
        </pc:spChg>
      </pc:sldChg>
      <pc:sldChg chg="modSp">
        <pc:chgData name="Rillo, William Frederick" userId="S::rillo.5@wright.edu::edb527ac-7261-47ca-9c68-e14373626b05" providerId="AD" clId="Web-{833B207D-BA41-DF16-F2FB-AE2CC035FEF3}" dt="2026-10-05T18:17:52.071" v="163" actId="20577"/>
        <pc:sldMkLst>
          <pc:docMk/>
          <pc:sldMk cId="3048492736" sldId="313"/>
        </pc:sldMkLst>
        <pc:spChg chg="mod">
          <ac:chgData name="Rillo, William Frederick" userId="S::rillo.5@wright.edu::edb527ac-7261-47ca-9c68-e14373626b05" providerId="AD" clId="Web-{833B207D-BA41-DF16-F2FB-AE2CC035FEF3}" dt="2026-10-05T18:17:52.071" v="163" actId="20577"/>
          <ac:spMkLst>
            <pc:docMk/>
            <pc:sldMk cId="3048492736" sldId="313"/>
            <ac:spMk id="3" creationId="{F2E07926-0F55-8E98-3E3F-3BDB6D843B98}"/>
          </ac:spMkLst>
        </pc:spChg>
      </pc:sldChg>
      <pc:sldChg chg="modSp">
        <pc:chgData name="Rillo, William Frederick" userId="S::rillo.5@wright.edu::edb527ac-7261-47ca-9c68-e14373626b05" providerId="AD" clId="Web-{833B207D-BA41-DF16-F2FB-AE2CC035FEF3}" dt="2026-10-05T18:21:07.526" v="189" actId="20577"/>
        <pc:sldMkLst>
          <pc:docMk/>
          <pc:sldMk cId="4293793330" sldId="316"/>
        </pc:sldMkLst>
        <pc:spChg chg="mod">
          <ac:chgData name="Rillo, William Frederick" userId="S::rillo.5@wright.edu::edb527ac-7261-47ca-9c68-e14373626b05" providerId="AD" clId="Web-{833B207D-BA41-DF16-F2FB-AE2CC035FEF3}" dt="2026-10-05T17:50:03.338" v="5" actId="20577"/>
          <ac:spMkLst>
            <pc:docMk/>
            <pc:sldMk cId="4293793330" sldId="316"/>
            <ac:spMk id="2" creationId="{03AAB84A-1A16-6A9A-DB05-D7485A242A9F}"/>
          </ac:spMkLst>
        </pc:spChg>
        <pc:spChg chg="mod">
          <ac:chgData name="Rillo, William Frederick" userId="S::rillo.5@wright.edu::edb527ac-7261-47ca-9c68-e14373626b05" providerId="AD" clId="Web-{833B207D-BA41-DF16-F2FB-AE2CC035FEF3}" dt="2026-10-05T18:21:07.526" v="189" actId="20577"/>
          <ac:spMkLst>
            <pc:docMk/>
            <pc:sldMk cId="4293793330" sldId="316"/>
            <ac:spMk id="3" creationId="{F3C83B97-9B09-7AB0-6019-846BC6ADD244}"/>
          </ac:spMkLst>
        </pc:spChg>
      </pc:sldChg>
    </pc:docChg>
  </pc:docChgLst>
  <pc:docChgLst>
    <pc:chgData name="Kaufman, Luke Alexander" userId="S::kaufman.53@wright.edu::01e48e41-4283-4b31-af09-b7aac9169bce" providerId="AD" clId="Web-{7E5909E0-1DF5-D3E8-7778-3C4DB96383ED}"/>
    <pc:docChg chg="modSld">
      <pc:chgData name="Kaufman, Luke Alexander" userId="S::kaufman.53@wright.edu::01e48e41-4283-4b31-af09-b7aac9169bce" providerId="AD" clId="Web-{7E5909E0-1DF5-D3E8-7778-3C4DB96383ED}" dt="2026-10-05T21:02:58.350" v="58" actId="20577"/>
      <pc:docMkLst>
        <pc:docMk/>
      </pc:docMkLst>
      <pc:sldChg chg="modSp">
        <pc:chgData name="Kaufman, Luke Alexander" userId="S::kaufman.53@wright.edu::01e48e41-4283-4b31-af09-b7aac9169bce" providerId="AD" clId="Web-{7E5909E0-1DF5-D3E8-7778-3C4DB96383ED}" dt="2026-10-05T21:00:43.663" v="24" actId="20577"/>
        <pc:sldMkLst>
          <pc:docMk/>
          <pc:sldMk cId="724573908" sldId="309"/>
        </pc:sldMkLst>
        <pc:spChg chg="mod">
          <ac:chgData name="Kaufman, Luke Alexander" userId="S::kaufman.53@wright.edu::01e48e41-4283-4b31-af09-b7aac9169bce" providerId="AD" clId="Web-{7E5909E0-1DF5-D3E8-7778-3C4DB96383ED}" dt="2026-10-05T21:00:43.663" v="24" actId="20577"/>
          <ac:spMkLst>
            <pc:docMk/>
            <pc:sldMk cId="724573908" sldId="309"/>
            <ac:spMk id="3" creationId="{BCB976F5-F283-F49C-DDA3-D5D088F99E11}"/>
          </ac:spMkLst>
        </pc:spChg>
      </pc:sldChg>
      <pc:sldChg chg="modSp">
        <pc:chgData name="Kaufman, Luke Alexander" userId="S::kaufman.53@wright.edu::01e48e41-4283-4b31-af09-b7aac9169bce" providerId="AD" clId="Web-{7E5909E0-1DF5-D3E8-7778-3C4DB96383ED}" dt="2026-10-05T21:02:58.350" v="58" actId="20577"/>
        <pc:sldMkLst>
          <pc:docMk/>
          <pc:sldMk cId="3048492736" sldId="313"/>
        </pc:sldMkLst>
        <pc:spChg chg="mod">
          <ac:chgData name="Kaufman, Luke Alexander" userId="S::kaufman.53@wright.edu::01e48e41-4283-4b31-af09-b7aac9169bce" providerId="AD" clId="Web-{7E5909E0-1DF5-D3E8-7778-3C4DB96383ED}" dt="2026-10-05T21:02:58.350" v="58" actId="20577"/>
          <ac:spMkLst>
            <pc:docMk/>
            <pc:sldMk cId="3048492736" sldId="313"/>
            <ac:spMk id="3" creationId="{F2E07926-0F55-8E98-3E3F-3BDB6D843B98}"/>
          </ac:spMkLst>
        </pc:spChg>
      </pc:sldChg>
      <pc:sldChg chg="modSp">
        <pc:chgData name="Kaufman, Luke Alexander" userId="S::kaufman.53@wright.edu::01e48e41-4283-4b31-af09-b7aac9169bce" providerId="AD" clId="Web-{7E5909E0-1DF5-D3E8-7778-3C4DB96383ED}" dt="2026-10-05T20:57:56.556" v="17" actId="20577"/>
        <pc:sldMkLst>
          <pc:docMk/>
          <pc:sldMk cId="160478855" sldId="314"/>
        </pc:sldMkLst>
        <pc:spChg chg="mod">
          <ac:chgData name="Kaufman, Luke Alexander" userId="S::kaufman.53@wright.edu::01e48e41-4283-4b31-af09-b7aac9169bce" providerId="AD" clId="Web-{7E5909E0-1DF5-D3E8-7778-3C4DB96383ED}" dt="2026-10-05T20:57:56.556" v="17" actId="20577"/>
          <ac:spMkLst>
            <pc:docMk/>
            <pc:sldMk cId="160478855" sldId="314"/>
            <ac:spMk id="3" creationId="{4B47E68D-69F1-0134-4D1E-207FBF7E67C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65915" y="2262861"/>
            <a:ext cx="3346172" cy="944320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30957" y="3359333"/>
            <a:ext cx="2816088" cy="7663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41FCAE1-AC6D-606E-F51B-F1D093AAE7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65914" y="4767263"/>
            <a:ext cx="1056862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CD74FD7-EA20-4FA3-7FC9-A869D78FB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8975" y="4767263"/>
            <a:ext cx="1308652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6D0FC45-AAC8-457D-0508-F89DD3AA5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83826" y="4767263"/>
            <a:ext cx="828261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A0F245-DF7B-0411-71A3-D7D33214CB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65914" y="1210452"/>
            <a:ext cx="3346172" cy="75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8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5AC2863-4C5B-90C6-A0D3-874E8F9CD0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65914" y="4767263"/>
            <a:ext cx="1056862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C6A0DEE-C2A9-95B2-34CA-CAD8E2D28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8975" y="4767263"/>
            <a:ext cx="1308652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5747A2F-86D3-B579-FAF7-3AFE6DE6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83826" y="4767263"/>
            <a:ext cx="828261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C6B3C8-D855-E4DD-844A-759D741F8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915" y="2634596"/>
            <a:ext cx="3346172" cy="110251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BFEBCD-37A8-40A8-EC77-A2B7CEEE31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65914" y="1584329"/>
            <a:ext cx="3346172" cy="75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26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96AA33-7AA7-4656-48A6-13AF97DC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65914" y="4767263"/>
            <a:ext cx="1056862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C7C936D-5424-72C2-2F38-35164BDAF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8975" y="4767263"/>
            <a:ext cx="1308652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266BBF-F6D5-3D93-1F2B-90D1BD20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83826" y="4767263"/>
            <a:ext cx="828261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ECF664-F04E-1A11-DA94-F62DF336DE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65914" y="2193956"/>
            <a:ext cx="3346172" cy="75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0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07B7CB9-E53B-93AD-8A34-931D82AF1E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1548" y="4767263"/>
            <a:ext cx="1056862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9710711-B0B8-BC53-17BD-341F3615E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24609" y="4767263"/>
            <a:ext cx="1308652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A34DCC-F694-6046-2774-D7F35D8D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09460" y="4767263"/>
            <a:ext cx="828261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1DC03D6D-C76F-22F1-3E61-8A28CEA7F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48" y="2639582"/>
            <a:ext cx="3617843" cy="97163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C59B4540-4595-4635-DF13-8DD38D2391B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49595" y="0"/>
            <a:ext cx="4194405" cy="5148810"/>
          </a:xfrm>
          <a:custGeom>
            <a:avLst/>
            <a:gdLst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410371 w 4194405"/>
              <a:gd name="connsiteY4" fmla="*/ 5128653 h 5143500"/>
              <a:gd name="connsiteX5" fmla="*/ 509892 w 4194405"/>
              <a:gd name="connsiteY5" fmla="*/ 5128377 h 5143500"/>
              <a:gd name="connsiteX6" fmla="*/ 1028490 w 4194405"/>
              <a:gd name="connsiteY6" fmla="*/ 240580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410371 w 4194405"/>
              <a:gd name="connsiteY4" fmla="*/ 5128653 h 5143500"/>
              <a:gd name="connsiteX5" fmla="*/ 509892 w 4194405"/>
              <a:gd name="connsiteY5" fmla="*/ 5128377 h 5143500"/>
              <a:gd name="connsiteX6" fmla="*/ 1013164 w 4194405"/>
              <a:gd name="connsiteY6" fmla="*/ 2421125 h 5143500"/>
              <a:gd name="connsiteX7" fmla="*/ 0 w 4194405"/>
              <a:gd name="connsiteY7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144735 w 4194405"/>
              <a:gd name="connsiteY4" fmla="*/ 4939643 h 5143500"/>
              <a:gd name="connsiteX5" fmla="*/ 509892 w 4194405"/>
              <a:gd name="connsiteY5" fmla="*/ 5128377 h 5143500"/>
              <a:gd name="connsiteX6" fmla="*/ 1013164 w 4194405"/>
              <a:gd name="connsiteY6" fmla="*/ 2421125 h 5143500"/>
              <a:gd name="connsiteX7" fmla="*/ 0 w 4194405"/>
              <a:gd name="connsiteY7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509892 w 4194405"/>
              <a:gd name="connsiteY4" fmla="*/ 5128377 h 5143500"/>
              <a:gd name="connsiteX5" fmla="*/ 1013164 w 4194405"/>
              <a:gd name="connsiteY5" fmla="*/ 2421125 h 5143500"/>
              <a:gd name="connsiteX6" fmla="*/ 0 w 4194405"/>
              <a:gd name="connsiteY6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509892 w 4194405"/>
              <a:gd name="connsiteY3" fmla="*/ 5128377 h 5143500"/>
              <a:gd name="connsiteX4" fmla="*/ 1013164 w 4194405"/>
              <a:gd name="connsiteY4" fmla="*/ 2421125 h 5143500"/>
              <a:gd name="connsiteX5" fmla="*/ 0 w 4194405"/>
              <a:gd name="connsiteY5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504784 w 4194405"/>
              <a:gd name="connsiteY3" fmla="*/ 5138593 h 5143500"/>
              <a:gd name="connsiteX4" fmla="*/ 1013164 w 4194405"/>
              <a:gd name="connsiteY4" fmla="*/ 2421125 h 5143500"/>
              <a:gd name="connsiteX5" fmla="*/ 0 w 4194405"/>
              <a:gd name="connsiteY5" fmla="*/ 0 h 5143500"/>
              <a:gd name="connsiteX0" fmla="*/ 0 w 4194405"/>
              <a:gd name="connsiteY0" fmla="*/ 0 h 5148810"/>
              <a:gd name="connsiteX1" fmla="*/ 4194405 w 4194405"/>
              <a:gd name="connsiteY1" fmla="*/ 0 h 5148810"/>
              <a:gd name="connsiteX2" fmla="*/ 4194405 w 4194405"/>
              <a:gd name="connsiteY2" fmla="*/ 5143500 h 5148810"/>
              <a:gd name="connsiteX3" fmla="*/ 504784 w 4194405"/>
              <a:gd name="connsiteY3" fmla="*/ 5148810 h 5148810"/>
              <a:gd name="connsiteX4" fmla="*/ 1013164 w 4194405"/>
              <a:gd name="connsiteY4" fmla="*/ 2421125 h 5148810"/>
              <a:gd name="connsiteX5" fmla="*/ 0 w 4194405"/>
              <a:gd name="connsiteY5" fmla="*/ 0 h 514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94405" h="5148810">
                <a:moveTo>
                  <a:pt x="0" y="0"/>
                </a:moveTo>
                <a:lnTo>
                  <a:pt x="4194405" y="0"/>
                </a:lnTo>
                <a:lnTo>
                  <a:pt x="4194405" y="5143500"/>
                </a:lnTo>
                <a:lnTo>
                  <a:pt x="504784" y="5148810"/>
                </a:lnTo>
                <a:lnTo>
                  <a:pt x="1013164" y="2421125"/>
                </a:lnTo>
                <a:cubicBezTo>
                  <a:pt x="670334" y="1619192"/>
                  <a:pt x="342830" y="801933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None/>
              <a:defRPr sz="20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DABE8E-6CFE-BFC9-0732-9A93DA4FE2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745" y="1404083"/>
            <a:ext cx="3625645" cy="81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6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D7E67-3D6B-CE51-2CA6-6F004511F3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1548" y="4767263"/>
            <a:ext cx="1056862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0ABF6-ACAF-5C35-2E9A-1A5CA2D9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24609" y="4767263"/>
            <a:ext cx="1308652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F4478CF-77F5-81D1-B473-79735E73B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09460" y="4767263"/>
            <a:ext cx="828261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35BF0EF-5AFB-A668-D832-C2375E00558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49595" y="0"/>
            <a:ext cx="4194405" cy="5148810"/>
          </a:xfrm>
          <a:custGeom>
            <a:avLst/>
            <a:gdLst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410371 w 4194405"/>
              <a:gd name="connsiteY4" fmla="*/ 5128653 h 5143500"/>
              <a:gd name="connsiteX5" fmla="*/ 509892 w 4194405"/>
              <a:gd name="connsiteY5" fmla="*/ 5128377 h 5143500"/>
              <a:gd name="connsiteX6" fmla="*/ 1028490 w 4194405"/>
              <a:gd name="connsiteY6" fmla="*/ 240580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410371 w 4194405"/>
              <a:gd name="connsiteY4" fmla="*/ 5128653 h 5143500"/>
              <a:gd name="connsiteX5" fmla="*/ 509892 w 4194405"/>
              <a:gd name="connsiteY5" fmla="*/ 5128377 h 5143500"/>
              <a:gd name="connsiteX6" fmla="*/ 1013164 w 4194405"/>
              <a:gd name="connsiteY6" fmla="*/ 2421125 h 5143500"/>
              <a:gd name="connsiteX7" fmla="*/ 0 w 4194405"/>
              <a:gd name="connsiteY7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144735 w 4194405"/>
              <a:gd name="connsiteY4" fmla="*/ 4939643 h 5143500"/>
              <a:gd name="connsiteX5" fmla="*/ 509892 w 4194405"/>
              <a:gd name="connsiteY5" fmla="*/ 5128377 h 5143500"/>
              <a:gd name="connsiteX6" fmla="*/ 1013164 w 4194405"/>
              <a:gd name="connsiteY6" fmla="*/ 2421125 h 5143500"/>
              <a:gd name="connsiteX7" fmla="*/ 0 w 4194405"/>
              <a:gd name="connsiteY7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509892 w 4194405"/>
              <a:gd name="connsiteY4" fmla="*/ 5128377 h 5143500"/>
              <a:gd name="connsiteX5" fmla="*/ 1013164 w 4194405"/>
              <a:gd name="connsiteY5" fmla="*/ 2421125 h 5143500"/>
              <a:gd name="connsiteX6" fmla="*/ 0 w 4194405"/>
              <a:gd name="connsiteY6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509892 w 4194405"/>
              <a:gd name="connsiteY3" fmla="*/ 5128377 h 5143500"/>
              <a:gd name="connsiteX4" fmla="*/ 1013164 w 4194405"/>
              <a:gd name="connsiteY4" fmla="*/ 2421125 h 5143500"/>
              <a:gd name="connsiteX5" fmla="*/ 0 w 4194405"/>
              <a:gd name="connsiteY5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504784 w 4194405"/>
              <a:gd name="connsiteY3" fmla="*/ 5138593 h 5143500"/>
              <a:gd name="connsiteX4" fmla="*/ 1013164 w 4194405"/>
              <a:gd name="connsiteY4" fmla="*/ 2421125 h 5143500"/>
              <a:gd name="connsiteX5" fmla="*/ 0 w 4194405"/>
              <a:gd name="connsiteY5" fmla="*/ 0 h 5143500"/>
              <a:gd name="connsiteX0" fmla="*/ 0 w 4194405"/>
              <a:gd name="connsiteY0" fmla="*/ 0 h 5148810"/>
              <a:gd name="connsiteX1" fmla="*/ 4194405 w 4194405"/>
              <a:gd name="connsiteY1" fmla="*/ 0 h 5148810"/>
              <a:gd name="connsiteX2" fmla="*/ 4194405 w 4194405"/>
              <a:gd name="connsiteY2" fmla="*/ 5143500 h 5148810"/>
              <a:gd name="connsiteX3" fmla="*/ 504784 w 4194405"/>
              <a:gd name="connsiteY3" fmla="*/ 5148810 h 5148810"/>
              <a:gd name="connsiteX4" fmla="*/ 1013164 w 4194405"/>
              <a:gd name="connsiteY4" fmla="*/ 2421125 h 5148810"/>
              <a:gd name="connsiteX5" fmla="*/ 0 w 4194405"/>
              <a:gd name="connsiteY5" fmla="*/ 0 h 514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94405" h="5148810">
                <a:moveTo>
                  <a:pt x="0" y="0"/>
                </a:moveTo>
                <a:lnTo>
                  <a:pt x="4194405" y="0"/>
                </a:lnTo>
                <a:lnTo>
                  <a:pt x="4194405" y="5143500"/>
                </a:lnTo>
                <a:lnTo>
                  <a:pt x="504784" y="5148810"/>
                </a:lnTo>
                <a:lnTo>
                  <a:pt x="1013164" y="2421125"/>
                </a:lnTo>
                <a:cubicBezTo>
                  <a:pt x="670334" y="1619192"/>
                  <a:pt x="342830" y="801933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None/>
              <a:defRPr sz="20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2E7FE6-7B4E-FCC7-E5A1-AEF81DA5D2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1410" y="2100134"/>
            <a:ext cx="4203700" cy="94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62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55664"/>
            <a:ext cx="8229600" cy="110251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46033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72495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CEA052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66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4735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8907"/>
            <a:ext cx="8229600" cy="302646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15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57200" y="1462772"/>
            <a:ext cx="8001000" cy="1102519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046033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57200" y="256529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CEA052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1905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63995"/>
            <a:ext cx="4038600" cy="3045890"/>
          </a:xfrm>
          <a:prstGeom prst="rect">
            <a:avLst/>
          </a:prstGeom>
        </p:spPr>
        <p:txBody>
          <a:bodyPr/>
          <a:lstStyle>
            <a:lvl1pPr algn="l">
              <a:defRPr sz="2100">
                <a:latin typeface="Arial"/>
                <a:cs typeface="Arial"/>
              </a:defRPr>
            </a:lvl1pPr>
            <a:lvl2pPr algn="l">
              <a:defRPr sz="1800">
                <a:latin typeface="Arial"/>
                <a:cs typeface="Arial"/>
              </a:defRPr>
            </a:lvl2pPr>
            <a:lvl3pPr algn="l">
              <a:defRPr sz="1500">
                <a:latin typeface="Arial"/>
                <a:cs typeface="Arial"/>
              </a:defRPr>
            </a:lvl3pPr>
            <a:lvl4pPr algn="l">
              <a:defRPr sz="1350">
                <a:latin typeface="Arial"/>
                <a:cs typeface="Arial"/>
              </a:defRPr>
            </a:lvl4pPr>
            <a:lvl5pPr algn="l">
              <a:defRPr sz="1350">
                <a:latin typeface="Arial"/>
                <a:cs typeface="Arial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63995"/>
            <a:ext cx="4038600" cy="3045890"/>
          </a:xfrm>
          <a:prstGeom prst="rect">
            <a:avLst/>
          </a:prstGeom>
        </p:spPr>
        <p:txBody>
          <a:bodyPr/>
          <a:lstStyle>
            <a:lvl1pPr algn="l">
              <a:defRPr sz="2100">
                <a:latin typeface="Arial"/>
                <a:cs typeface="Arial"/>
              </a:defRPr>
            </a:lvl1pPr>
            <a:lvl2pPr algn="l">
              <a:defRPr sz="1800">
                <a:latin typeface="Arial"/>
                <a:cs typeface="Arial"/>
              </a:defRPr>
            </a:lvl2pPr>
            <a:lvl3pPr algn="l">
              <a:defRPr sz="1500">
                <a:latin typeface="Arial"/>
                <a:cs typeface="Arial"/>
              </a:defRPr>
            </a:lvl3pPr>
            <a:lvl4pPr algn="l">
              <a:defRPr sz="1350">
                <a:latin typeface="Arial"/>
                <a:cs typeface="Arial"/>
              </a:defRPr>
            </a:lvl4pPr>
            <a:lvl5pPr algn="l">
              <a:defRPr sz="1350">
                <a:latin typeface="Arial"/>
                <a:cs typeface="Arial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677081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844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54032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Arial"/>
                <a:cs typeface="Arial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42428"/>
            <a:ext cx="4040188" cy="246745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"/>
                <a:cs typeface="Arial"/>
              </a:defRPr>
            </a:lvl1pPr>
            <a:lvl2pPr>
              <a:defRPr sz="1500">
                <a:latin typeface="Arial"/>
                <a:cs typeface="Arial"/>
              </a:defRPr>
            </a:lvl2pPr>
            <a:lvl3pPr>
              <a:defRPr sz="1350">
                <a:latin typeface="Arial"/>
                <a:cs typeface="Arial"/>
              </a:defRPr>
            </a:lvl3pPr>
            <a:lvl4pPr>
              <a:defRPr sz="1200">
                <a:latin typeface="Arial"/>
                <a:cs typeface="Arial"/>
              </a:defRPr>
            </a:lvl4pPr>
            <a:lvl5pPr>
              <a:defRPr sz="1200">
                <a:latin typeface="Arial"/>
                <a:cs typeface="Arial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654032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Arial"/>
                <a:cs typeface="Arial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242428"/>
            <a:ext cx="4041775" cy="246745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"/>
                <a:cs typeface="Arial"/>
              </a:defRPr>
            </a:lvl1pPr>
            <a:lvl2pPr>
              <a:defRPr sz="1500">
                <a:latin typeface="Arial"/>
                <a:cs typeface="Arial"/>
              </a:defRPr>
            </a:lvl2pPr>
            <a:lvl3pPr>
              <a:defRPr sz="1350">
                <a:latin typeface="Arial"/>
                <a:cs typeface="Arial"/>
              </a:defRPr>
            </a:lvl3pPr>
            <a:lvl4pPr>
              <a:defRPr sz="1200">
                <a:latin typeface="Arial"/>
                <a:cs typeface="Arial"/>
              </a:defRPr>
            </a:lvl4pPr>
            <a:lvl5pPr>
              <a:defRPr sz="1200">
                <a:latin typeface="Arial"/>
                <a:cs typeface="Arial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688208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3866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659400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8886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29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93401"/>
            <a:ext cx="3008313" cy="12146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 b="1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760122"/>
            <a:ext cx="5111750" cy="378815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1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500">
                <a:latin typeface="Arial"/>
                <a:cs typeface="Arial"/>
              </a:defRPr>
            </a:lvl4pPr>
            <a:lvl5pPr>
              <a:defRPr sz="1500">
                <a:latin typeface="Arial"/>
                <a:cs typeface="Arial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908036"/>
            <a:ext cx="3008313" cy="26402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/>
                <a:cs typeface="Arial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10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529274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9375"/>
            <a:ext cx="5486400" cy="27851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Arial"/>
                <a:cs typeface="Arial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3954327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/>
                <a:cs typeface="Arial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26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641652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57147"/>
            <a:ext cx="8229600" cy="3030967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4507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46727"/>
            <a:ext cx="2057400" cy="4041387"/>
          </a:xfrm>
          <a:prstGeom prst="rect">
            <a:avLst/>
          </a:prstGeom>
        </p:spPr>
        <p:txBody>
          <a:bodyPr vert="eaVert"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46727"/>
            <a:ext cx="6019800" cy="4041387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79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597819"/>
            <a:ext cx="8229600" cy="110251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46033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21466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CEA052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28404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77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1796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5968"/>
            <a:ext cx="8229600" cy="2787346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CF34FF4-13F7-A728-F5B6-30A82A0D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379B2FC-E016-1F21-D150-30F7E423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28404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3309286-B542-2E58-5AF4-655254EE3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43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57200" y="1597819"/>
            <a:ext cx="8001000" cy="1102519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046033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57200" y="2700338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CEA052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62182F1-3BF8-2EA0-BDAA-049F43B2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E1C0CC5-D98E-07BC-B0AC-D4E2A67E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28404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E9AB168-4045-5652-1330-7AC327DD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953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95968"/>
            <a:ext cx="4038600" cy="2780089"/>
          </a:xfrm>
          <a:prstGeom prst="rect">
            <a:avLst/>
          </a:prstGeom>
        </p:spPr>
        <p:txBody>
          <a:bodyPr/>
          <a:lstStyle>
            <a:lvl1pPr algn="l">
              <a:defRPr sz="2100">
                <a:latin typeface="Arial"/>
                <a:cs typeface="Arial"/>
              </a:defRPr>
            </a:lvl1pPr>
            <a:lvl2pPr algn="l">
              <a:defRPr sz="1800">
                <a:latin typeface="Arial"/>
                <a:cs typeface="Arial"/>
              </a:defRPr>
            </a:lvl2pPr>
            <a:lvl3pPr algn="l">
              <a:defRPr sz="1500">
                <a:latin typeface="Arial"/>
                <a:cs typeface="Arial"/>
              </a:defRPr>
            </a:lvl3pPr>
            <a:lvl4pPr algn="l">
              <a:defRPr sz="1350">
                <a:latin typeface="Arial"/>
                <a:cs typeface="Arial"/>
              </a:defRPr>
            </a:lvl4pPr>
            <a:lvl5pPr algn="l">
              <a:defRPr sz="1350">
                <a:latin typeface="Arial"/>
                <a:cs typeface="Arial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95968"/>
            <a:ext cx="4038600" cy="2780089"/>
          </a:xfrm>
          <a:prstGeom prst="rect">
            <a:avLst/>
          </a:prstGeom>
        </p:spPr>
        <p:txBody>
          <a:bodyPr/>
          <a:lstStyle>
            <a:lvl1pPr algn="l">
              <a:defRPr sz="2100">
                <a:latin typeface="Arial"/>
                <a:cs typeface="Arial"/>
              </a:defRPr>
            </a:lvl1pPr>
            <a:lvl2pPr algn="l">
              <a:defRPr sz="1800">
                <a:latin typeface="Arial"/>
                <a:cs typeface="Arial"/>
              </a:defRPr>
            </a:lvl2pPr>
            <a:lvl3pPr algn="l">
              <a:defRPr sz="1500">
                <a:latin typeface="Arial"/>
                <a:cs typeface="Arial"/>
              </a:defRPr>
            </a:lvl3pPr>
            <a:lvl4pPr algn="l">
              <a:defRPr sz="1350">
                <a:latin typeface="Arial"/>
                <a:cs typeface="Arial"/>
              </a:defRPr>
            </a:lvl4pPr>
            <a:lvl5pPr algn="l">
              <a:defRPr sz="1350">
                <a:latin typeface="Arial"/>
                <a:cs typeface="Arial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599636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9EEB859-E2B9-5588-C51D-3BA36460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AFF832-A275-7CE5-8F64-1F7F93FBF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28404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4BE4B18-A27F-935A-F9D8-C29EE8E2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88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28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Arial"/>
                <a:cs typeface="Arial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82658"/>
            <a:ext cx="4040188" cy="2315172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"/>
                <a:cs typeface="Arial"/>
              </a:defRPr>
            </a:lvl1pPr>
            <a:lvl2pPr>
              <a:defRPr sz="1500">
                <a:latin typeface="Arial"/>
                <a:cs typeface="Arial"/>
              </a:defRPr>
            </a:lvl2pPr>
            <a:lvl3pPr>
              <a:defRPr sz="1350">
                <a:latin typeface="Arial"/>
                <a:cs typeface="Arial"/>
              </a:defRPr>
            </a:lvl3pPr>
            <a:lvl4pPr>
              <a:defRPr sz="1200">
                <a:latin typeface="Arial"/>
                <a:cs typeface="Arial"/>
              </a:defRPr>
            </a:lvl4pPr>
            <a:lvl5pPr>
              <a:defRPr sz="1200">
                <a:latin typeface="Arial"/>
                <a:cs typeface="Arial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6028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Arial"/>
                <a:cs typeface="Arial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082658"/>
            <a:ext cx="4041775" cy="2315172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"/>
                <a:cs typeface="Arial"/>
              </a:defRPr>
            </a:lvl1pPr>
            <a:lvl2pPr>
              <a:defRPr sz="1500">
                <a:latin typeface="Arial"/>
                <a:cs typeface="Arial"/>
              </a:defRPr>
            </a:lvl2pPr>
            <a:lvl3pPr>
              <a:defRPr sz="1350">
                <a:latin typeface="Arial"/>
                <a:cs typeface="Arial"/>
              </a:defRPr>
            </a:lvl3pPr>
            <a:lvl4pPr>
              <a:defRPr sz="1200">
                <a:latin typeface="Arial"/>
                <a:cs typeface="Arial"/>
              </a:defRPr>
            </a:lvl4pPr>
            <a:lvl5pPr>
              <a:defRPr sz="1200">
                <a:latin typeface="Arial"/>
                <a:cs typeface="Arial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601796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E9F366A-BB06-C6DA-267A-48BF60F509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438EDB3-B74E-4D2D-EF21-CBE85C017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28404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2933FCF-4300-EC86-A436-F5F01AAB0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6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601796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4C6FF99-1801-1DC3-8A46-915A9252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94BE5E8-C448-D808-E9AA-FFFE6FF37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28404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A030806-4BE7-69BC-2A91-B913B441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244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E3BE43B-20A6-73C0-6D7F-0C74683D48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7C9811-FE2B-006D-81CF-6D099895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28404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53B75C5-7669-7E7E-73DF-6A274B51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46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47830"/>
            <a:ext cx="3008313" cy="12146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 b="1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314551"/>
            <a:ext cx="5111750" cy="4002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1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500">
                <a:latin typeface="Arial"/>
                <a:cs typeface="Arial"/>
              </a:defRPr>
            </a:lvl4pPr>
            <a:lvl5pPr>
              <a:defRPr sz="1500">
                <a:latin typeface="Arial"/>
                <a:cs typeface="Arial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62465"/>
            <a:ext cx="3008313" cy="28541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/>
                <a:cs typeface="Arial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89E02A7-7BF7-6B6B-AED1-6AEA6632D9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6AF3F4C-E135-16B4-9183-267D6184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28404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77F406E-9AC4-2D9D-5D1E-474F70E10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439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237593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397695"/>
            <a:ext cx="5486400" cy="27851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Arial"/>
                <a:cs typeface="Arial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3662646"/>
            <a:ext cx="5486400" cy="59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/>
                <a:cs typeface="Arial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85194D1-919A-9F0E-5AC1-1B1F745B99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CAF516E-E5D9-AACE-6611-5E77D14D3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28404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0E5C304-E409-D31E-D31D-B0406344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343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19041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13214"/>
            <a:ext cx="8229600" cy="3141072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A0AB022-6C2C-2410-D773-D6B639FB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2089C0A-3A0C-55D4-F8B8-83CDC7E7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28404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74AE885-94E5-CF0A-200A-07310B19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119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52105"/>
            <a:ext cx="2057400" cy="4131209"/>
          </a:xfrm>
          <a:prstGeom prst="rect">
            <a:avLst/>
          </a:prstGeom>
        </p:spPr>
        <p:txBody>
          <a:bodyPr vert="eaVert"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52105"/>
            <a:ext cx="6019800" cy="4131209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2515850-3652-A781-EBF7-3A6246F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92A0B7-0ADA-52D4-CF82-F444DF27B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28404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C05CDC9-8351-AB8C-AF7C-0D40A870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28404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5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0687414-EC5C-7D2D-14EA-95BB4691D0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65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6E6BB0-4357-D99C-4CF3-88F721D770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286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91DBB299-8A65-3CAD-BAB0-E6794D792D26}"/>
              </a:ext>
            </a:extLst>
          </p:cNvPr>
          <p:cNvGrpSpPr/>
          <p:nvPr userDrawn="1"/>
        </p:nvGrpSpPr>
        <p:grpSpPr>
          <a:xfrm>
            <a:off x="0" y="0"/>
            <a:ext cx="9144001" cy="1391486"/>
            <a:chOff x="0" y="0"/>
            <a:chExt cx="9144001" cy="1391486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7B1CB92-E362-15E1-B9D9-042AA787BB08}"/>
                </a:ext>
              </a:extLst>
            </p:cNvPr>
            <p:cNvSpPr/>
            <p:nvPr userDrawn="1"/>
          </p:nvSpPr>
          <p:spPr>
            <a:xfrm>
              <a:off x="7678578" y="1"/>
              <a:ext cx="1465423" cy="1182661"/>
            </a:xfrm>
            <a:custGeom>
              <a:avLst/>
              <a:gdLst>
                <a:gd name="connsiteX0" fmla="*/ 0 w 1465423"/>
                <a:gd name="connsiteY0" fmla="*/ 0 h 1182661"/>
                <a:gd name="connsiteX1" fmla="*/ 1465423 w 1465423"/>
                <a:gd name="connsiteY1" fmla="*/ 0 h 1182661"/>
                <a:gd name="connsiteX2" fmla="*/ 1465423 w 1465423"/>
                <a:gd name="connsiteY2" fmla="*/ 1182661 h 118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65423" h="1182661">
                  <a:moveTo>
                    <a:pt x="0" y="0"/>
                  </a:moveTo>
                  <a:lnTo>
                    <a:pt x="1465423" y="0"/>
                  </a:lnTo>
                  <a:lnTo>
                    <a:pt x="1465423" y="1182661"/>
                  </a:lnTo>
                  <a:close/>
                </a:path>
              </a:pathLst>
            </a:custGeom>
            <a:solidFill>
              <a:srgbClr val="F7ED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0CC4253-5EA4-2DE4-D822-DBE80ECA3598}"/>
                </a:ext>
              </a:extLst>
            </p:cNvPr>
            <p:cNvSpPr/>
            <p:nvPr userDrawn="1"/>
          </p:nvSpPr>
          <p:spPr>
            <a:xfrm>
              <a:off x="0" y="0"/>
              <a:ext cx="9144000" cy="548640"/>
            </a:xfrm>
            <a:prstGeom prst="rect">
              <a:avLst/>
            </a:prstGeom>
            <a:solidFill>
              <a:srgbClr val="046A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D20B62F-F153-F3BE-0F3E-A7B8F12BAD40}"/>
                </a:ext>
              </a:extLst>
            </p:cNvPr>
            <p:cNvSpPr/>
            <p:nvPr userDrawn="1"/>
          </p:nvSpPr>
          <p:spPr>
            <a:xfrm>
              <a:off x="8347842" y="0"/>
              <a:ext cx="796158" cy="1391486"/>
            </a:xfrm>
            <a:custGeom>
              <a:avLst/>
              <a:gdLst>
                <a:gd name="connsiteX0" fmla="*/ 0 w 796158"/>
                <a:gd name="connsiteY0" fmla="*/ 0 h 1391486"/>
                <a:gd name="connsiteX1" fmla="*/ 796158 w 796158"/>
                <a:gd name="connsiteY1" fmla="*/ 0 h 1391486"/>
                <a:gd name="connsiteX2" fmla="*/ 796158 w 796158"/>
                <a:gd name="connsiteY2" fmla="*/ 1391486 h 139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6158" h="1391486">
                  <a:moveTo>
                    <a:pt x="0" y="0"/>
                  </a:moveTo>
                  <a:lnTo>
                    <a:pt x="796158" y="0"/>
                  </a:lnTo>
                  <a:lnTo>
                    <a:pt x="796158" y="1391486"/>
                  </a:lnTo>
                  <a:close/>
                </a:path>
              </a:pathLst>
            </a:custGeom>
            <a:solidFill>
              <a:srgbClr val="0045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F5967DF-49A0-989D-6161-3FA5B631AAD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8552" y="185065"/>
            <a:ext cx="3154409" cy="2003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D6F4B1-EC17-462C-927D-7F1643019768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t="8869" r="12494" b="13270"/>
          <a:stretch/>
        </p:blipFill>
        <p:spPr>
          <a:xfrm>
            <a:off x="4291528" y="3958"/>
            <a:ext cx="4056313" cy="54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7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95EC7BB-8E5F-4F59-E59F-4EDB5DBB4543}"/>
              </a:ext>
            </a:extLst>
          </p:cNvPr>
          <p:cNvGrpSpPr/>
          <p:nvPr userDrawn="1"/>
        </p:nvGrpSpPr>
        <p:grpSpPr>
          <a:xfrm>
            <a:off x="0" y="3752013"/>
            <a:ext cx="9144001" cy="1391486"/>
            <a:chOff x="0" y="3752013"/>
            <a:chExt cx="9144001" cy="139148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0ECBA45-4FA3-3B81-E196-0A5D9B4C3BF1}"/>
                </a:ext>
              </a:extLst>
            </p:cNvPr>
            <p:cNvSpPr/>
            <p:nvPr userDrawn="1"/>
          </p:nvSpPr>
          <p:spPr>
            <a:xfrm rot="10800000" flipH="1">
              <a:off x="7678578" y="3960837"/>
              <a:ext cx="1465423" cy="1182661"/>
            </a:xfrm>
            <a:custGeom>
              <a:avLst/>
              <a:gdLst>
                <a:gd name="connsiteX0" fmla="*/ 0 w 1465423"/>
                <a:gd name="connsiteY0" fmla="*/ 0 h 1182661"/>
                <a:gd name="connsiteX1" fmla="*/ 1465423 w 1465423"/>
                <a:gd name="connsiteY1" fmla="*/ 0 h 1182661"/>
                <a:gd name="connsiteX2" fmla="*/ 1465423 w 1465423"/>
                <a:gd name="connsiteY2" fmla="*/ 1182661 h 118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65423" h="1182661">
                  <a:moveTo>
                    <a:pt x="0" y="0"/>
                  </a:moveTo>
                  <a:lnTo>
                    <a:pt x="1465423" y="0"/>
                  </a:lnTo>
                  <a:lnTo>
                    <a:pt x="1465423" y="1182661"/>
                  </a:lnTo>
                  <a:close/>
                </a:path>
              </a:pathLst>
            </a:custGeom>
            <a:solidFill>
              <a:srgbClr val="F7ED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6EF2C3-980E-CC26-67AB-E6FC4AD63291}"/>
                </a:ext>
              </a:extLst>
            </p:cNvPr>
            <p:cNvSpPr/>
            <p:nvPr userDrawn="1"/>
          </p:nvSpPr>
          <p:spPr>
            <a:xfrm>
              <a:off x="0" y="4594859"/>
              <a:ext cx="9144000" cy="548640"/>
            </a:xfrm>
            <a:prstGeom prst="rect">
              <a:avLst/>
            </a:prstGeom>
            <a:solidFill>
              <a:srgbClr val="046A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CAD2124-8AA0-FF75-F6AC-E3433E7EBD14}"/>
                </a:ext>
              </a:extLst>
            </p:cNvPr>
            <p:cNvSpPr/>
            <p:nvPr userDrawn="1"/>
          </p:nvSpPr>
          <p:spPr>
            <a:xfrm rot="10800000" flipH="1">
              <a:off x="8347842" y="3752013"/>
              <a:ext cx="796158" cy="1391486"/>
            </a:xfrm>
            <a:custGeom>
              <a:avLst/>
              <a:gdLst>
                <a:gd name="connsiteX0" fmla="*/ 0 w 796158"/>
                <a:gd name="connsiteY0" fmla="*/ 0 h 1391486"/>
                <a:gd name="connsiteX1" fmla="*/ 796158 w 796158"/>
                <a:gd name="connsiteY1" fmla="*/ 0 h 1391486"/>
                <a:gd name="connsiteX2" fmla="*/ 796158 w 796158"/>
                <a:gd name="connsiteY2" fmla="*/ 1391486 h 139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6158" h="1391486">
                  <a:moveTo>
                    <a:pt x="0" y="0"/>
                  </a:moveTo>
                  <a:lnTo>
                    <a:pt x="796158" y="0"/>
                  </a:lnTo>
                  <a:lnTo>
                    <a:pt x="796158" y="1391486"/>
                  </a:lnTo>
                  <a:close/>
                </a:path>
              </a:pathLst>
            </a:custGeom>
            <a:solidFill>
              <a:srgbClr val="0045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F2C4967-E63E-C6D7-EF97-95086D6CA45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8552" y="4773023"/>
            <a:ext cx="3154409" cy="2003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BB20C4-2860-1626-8978-43519AAF95D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t="8869" r="12494" b="13270"/>
          <a:stretch/>
        </p:blipFill>
        <p:spPr>
          <a:xfrm>
            <a:off x="4291528" y="4599641"/>
            <a:ext cx="4056313" cy="54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86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03C9-7DB4-B9E6-7C4A-11E333DBF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48" y="2207582"/>
            <a:ext cx="4431652" cy="1795618"/>
          </a:xfrm>
        </p:spPr>
        <p:txBody>
          <a:bodyPr>
            <a:normAutofit fontScale="90000"/>
          </a:bodyPr>
          <a:lstStyle/>
          <a:p>
            <a:r>
              <a:rPr lang="en-US"/>
              <a:t>Musical Stairs</a:t>
            </a:r>
            <a:br>
              <a:rPr lang="en-US"/>
            </a:br>
            <a:r>
              <a:rPr lang="en-US"/>
              <a:t>Team TriCore</a:t>
            </a:r>
            <a:br>
              <a:rPr lang="en-US">
                <a:solidFill>
                  <a:srgbClr val="FF0000"/>
                </a:solidFill>
              </a:rPr>
            </a:br>
            <a:r>
              <a:rPr lang="en-US"/>
              <a:t>Project Proposal</a:t>
            </a:r>
            <a:br>
              <a:rPr lang="en-US"/>
            </a:br>
            <a:r>
              <a:rPr lang="en-US"/>
              <a:t>Embedded Systems</a:t>
            </a:r>
            <a:br>
              <a:rPr lang="en-US"/>
            </a:br>
            <a:r>
              <a:rPr lang="en-US"/>
              <a:t>CEG 7360 – Fall 2026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B2D54200-0B08-5366-D5E9-2EA62CBED6F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2830" r="22830"/>
          <a:stretch/>
        </p:blipFill>
        <p:spPr>
          <a:custGeom>
            <a:avLst/>
            <a:gdLst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410371 w 4194405"/>
              <a:gd name="connsiteY4" fmla="*/ 5128653 h 5143500"/>
              <a:gd name="connsiteX5" fmla="*/ 509892 w 4194405"/>
              <a:gd name="connsiteY5" fmla="*/ 5128377 h 5143500"/>
              <a:gd name="connsiteX6" fmla="*/ 1028490 w 4194405"/>
              <a:gd name="connsiteY6" fmla="*/ 240580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410371 w 4194405"/>
              <a:gd name="connsiteY4" fmla="*/ 5128653 h 5143500"/>
              <a:gd name="connsiteX5" fmla="*/ 509892 w 4194405"/>
              <a:gd name="connsiteY5" fmla="*/ 5128377 h 5143500"/>
              <a:gd name="connsiteX6" fmla="*/ 1013164 w 4194405"/>
              <a:gd name="connsiteY6" fmla="*/ 2421125 h 5143500"/>
              <a:gd name="connsiteX7" fmla="*/ 0 w 4194405"/>
              <a:gd name="connsiteY7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144735 w 4194405"/>
              <a:gd name="connsiteY4" fmla="*/ 4939643 h 5143500"/>
              <a:gd name="connsiteX5" fmla="*/ 509892 w 4194405"/>
              <a:gd name="connsiteY5" fmla="*/ 5128377 h 5143500"/>
              <a:gd name="connsiteX6" fmla="*/ 1013164 w 4194405"/>
              <a:gd name="connsiteY6" fmla="*/ 2421125 h 5143500"/>
              <a:gd name="connsiteX7" fmla="*/ 0 w 4194405"/>
              <a:gd name="connsiteY7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509892 w 4194405"/>
              <a:gd name="connsiteY4" fmla="*/ 5128377 h 5143500"/>
              <a:gd name="connsiteX5" fmla="*/ 1013164 w 4194405"/>
              <a:gd name="connsiteY5" fmla="*/ 2421125 h 5143500"/>
              <a:gd name="connsiteX6" fmla="*/ 0 w 4194405"/>
              <a:gd name="connsiteY6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509892 w 4194405"/>
              <a:gd name="connsiteY3" fmla="*/ 5128377 h 5143500"/>
              <a:gd name="connsiteX4" fmla="*/ 1013164 w 4194405"/>
              <a:gd name="connsiteY4" fmla="*/ 2421125 h 5143500"/>
              <a:gd name="connsiteX5" fmla="*/ 0 w 4194405"/>
              <a:gd name="connsiteY5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504784 w 4194405"/>
              <a:gd name="connsiteY3" fmla="*/ 5138593 h 5143500"/>
              <a:gd name="connsiteX4" fmla="*/ 1013164 w 4194405"/>
              <a:gd name="connsiteY4" fmla="*/ 2421125 h 5143500"/>
              <a:gd name="connsiteX5" fmla="*/ 0 w 4194405"/>
              <a:gd name="connsiteY5" fmla="*/ 0 h 5143500"/>
              <a:gd name="connsiteX0" fmla="*/ 0 w 4194405"/>
              <a:gd name="connsiteY0" fmla="*/ 0 h 5148810"/>
              <a:gd name="connsiteX1" fmla="*/ 4194405 w 4194405"/>
              <a:gd name="connsiteY1" fmla="*/ 0 h 5148810"/>
              <a:gd name="connsiteX2" fmla="*/ 4194405 w 4194405"/>
              <a:gd name="connsiteY2" fmla="*/ 5143500 h 5148810"/>
              <a:gd name="connsiteX3" fmla="*/ 504784 w 4194405"/>
              <a:gd name="connsiteY3" fmla="*/ 5148810 h 5148810"/>
              <a:gd name="connsiteX4" fmla="*/ 1013164 w 4194405"/>
              <a:gd name="connsiteY4" fmla="*/ 2421125 h 5148810"/>
              <a:gd name="connsiteX5" fmla="*/ 0 w 4194405"/>
              <a:gd name="connsiteY5" fmla="*/ 0 h 514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94405" h="5148810">
                <a:moveTo>
                  <a:pt x="0" y="0"/>
                </a:moveTo>
                <a:lnTo>
                  <a:pt x="4194405" y="0"/>
                </a:lnTo>
                <a:lnTo>
                  <a:pt x="4194405" y="5143500"/>
                </a:lnTo>
                <a:lnTo>
                  <a:pt x="504784" y="5148810"/>
                </a:lnTo>
                <a:lnTo>
                  <a:pt x="1013164" y="2421125"/>
                </a:lnTo>
                <a:cubicBezTo>
                  <a:pt x="670334" y="1619192"/>
                  <a:pt x="342830" y="801933"/>
                  <a:pt x="0" y="0"/>
                </a:cubicBezTo>
                <a:close/>
              </a:path>
            </a:pathLst>
          </a:cu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CC15853-E9FD-8662-95F6-51D3195EA853}"/>
              </a:ext>
            </a:extLst>
          </p:cNvPr>
          <p:cNvSpPr txBox="1">
            <a:spLocks/>
          </p:cNvSpPr>
          <p:nvPr/>
        </p:nvSpPr>
        <p:spPr>
          <a:xfrm>
            <a:off x="8775159" y="4863391"/>
            <a:ext cx="368841" cy="28541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z="1200" b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1871908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ADCD0-B0C4-2D93-1853-57F59D75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A7473-B5D7-3978-2FCF-529ED4454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US"/>
              <a:t>Transform an ordinary staircase into a musical instrument</a:t>
            </a:r>
          </a:p>
          <a:p>
            <a:pPr marL="556895" lvl="1" indent="-213995"/>
            <a:r>
              <a:rPr lang="en-US"/>
              <a:t>Each stair plays a different piano note</a:t>
            </a:r>
          </a:p>
          <a:p>
            <a:r>
              <a:rPr lang="en-US"/>
              <a:t>Sensor on each stair detects a footstep</a:t>
            </a:r>
          </a:p>
          <a:p>
            <a:r>
              <a:rPr lang="en-US"/>
              <a:t>Microcontroller receives sensor input and sends command to play note through audio output device</a:t>
            </a:r>
          </a:p>
          <a:p>
            <a:r>
              <a:rPr lang="en-US"/>
              <a:t>Notes overlap as students use different stairs</a:t>
            </a:r>
          </a:p>
        </p:txBody>
      </p:sp>
    </p:spTree>
    <p:extLst>
      <p:ext uri="{BB962C8B-B14F-4D97-AF65-F5344CB8AC3E}">
        <p14:creationId xmlns:p14="http://schemas.microsoft.com/office/powerpoint/2010/main" val="469754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897D5-ABC4-FC9A-68E3-0758F27D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B84A-1A16-6A9A-DB05-D7485A242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Problem/Need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83B97-9B09-7AB0-6019-846BC6ADD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Inspired by the students of the Association for Computing Machinery (ACM) here at Wright State University</a:t>
            </a:r>
          </a:p>
          <a:p>
            <a:r>
              <a:rPr lang="en-US" dirty="0"/>
              <a:t>Improve student experience and incentivize stair use</a:t>
            </a:r>
          </a:p>
          <a:p>
            <a:r>
              <a:rPr lang="en-US" dirty="0"/>
              <a:t>Execute project without modification of tread surface and without introducing safety hazards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793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CCC2-0C87-318F-7D23-13C04434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976F5-F283-F49C-DDA3-D5D088F99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34789"/>
            <a:ext cx="8229600" cy="3260581"/>
          </a:xfrm>
        </p:spPr>
        <p:txBody>
          <a:bodyPr lIns="91440" tIns="45720" rIns="91440" bIns="45720" anchor="t"/>
          <a:lstStyle/>
          <a:p>
            <a:r>
              <a:rPr lang="en-US" dirty="0"/>
              <a:t>Provide a complete system for hand-off to ACM Chapter</a:t>
            </a:r>
          </a:p>
          <a:p>
            <a:pPr marL="556895" lvl="1" indent="-213995"/>
            <a:r>
              <a:rPr lang="en-US" dirty="0"/>
              <a:t>Sensor design and fabrication</a:t>
            </a:r>
          </a:p>
          <a:p>
            <a:pPr lvl="1"/>
            <a:r>
              <a:rPr lang="en-US" dirty="0"/>
              <a:t>Programmed microcontroller</a:t>
            </a:r>
          </a:p>
          <a:p>
            <a:pPr marL="556895" lvl="1" indent="-213995"/>
            <a:r>
              <a:rPr lang="en-US" dirty="0"/>
              <a:t>Output audio configuration</a:t>
            </a:r>
          </a:p>
          <a:p>
            <a:r>
              <a:rPr lang="en-US" dirty="0"/>
              <a:t>Stretch Goals:</a:t>
            </a:r>
          </a:p>
          <a:p>
            <a:pPr marL="556895" lvl="1" indent="-213995"/>
            <a:r>
              <a:rPr lang="en-US" dirty="0"/>
              <a:t>Visual feedback</a:t>
            </a:r>
          </a:p>
          <a:p>
            <a:pPr marL="556895" lvl="1" indent="-213995"/>
            <a:r>
              <a:rPr lang="en-US" dirty="0"/>
              <a:t>Advanced audio quality</a:t>
            </a:r>
          </a:p>
          <a:p>
            <a:pPr marL="556895" lvl="1" indent="-213995"/>
            <a:r>
              <a:rPr lang="en-US" dirty="0"/>
              <a:t>Approval to install from CECS</a:t>
            </a:r>
          </a:p>
        </p:txBody>
      </p:sp>
    </p:spTree>
    <p:extLst>
      <p:ext uri="{BB962C8B-B14F-4D97-AF65-F5344CB8AC3E}">
        <p14:creationId xmlns:p14="http://schemas.microsoft.com/office/powerpoint/2010/main" val="724573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481E9-5F30-FF04-11B8-05120A49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System and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229D3-86E1-46D1-0BCF-24D1E3112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US"/>
              <a:t>IR array for each stair</a:t>
            </a:r>
          </a:p>
          <a:p>
            <a:pPr marL="556895" lvl="1" indent="-213995"/>
            <a:r>
              <a:rPr lang="en-US"/>
              <a:t>TSOP32538 </a:t>
            </a:r>
          </a:p>
          <a:p>
            <a:pPr marL="556895" lvl="1" indent="-213995"/>
            <a:r>
              <a:rPr lang="en-US"/>
              <a:t>SFH4546 </a:t>
            </a:r>
          </a:p>
          <a:p>
            <a:r>
              <a:rPr lang="en-US"/>
              <a:t>ESP32 microcontroller for central processing/coordination</a:t>
            </a:r>
          </a:p>
          <a:p>
            <a:r>
              <a:rPr lang="en-US"/>
              <a:t>Speaker w/ amplifier for audio output</a:t>
            </a:r>
          </a:p>
          <a:p>
            <a:pPr lvl="1"/>
            <a:r>
              <a:rPr lang="en-US"/>
              <a:t>Expand to MIDI device output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E5D13-8FA6-8FEF-1245-491AEC976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296" y="2072132"/>
            <a:ext cx="402455" cy="3796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F9FD26-FA20-3E55-3FDB-EEB82A42D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150" y="2449750"/>
            <a:ext cx="380822" cy="35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769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C6B9B-5B9E-6798-3E13-6BA4855F6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C91720-4DBC-2837-539B-B5DA859E3FC4}"/>
              </a:ext>
            </a:extLst>
          </p:cNvPr>
          <p:cNvSpPr/>
          <p:nvPr/>
        </p:nvSpPr>
        <p:spPr>
          <a:xfrm>
            <a:off x="1534440" y="1699260"/>
            <a:ext cx="914400" cy="9634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Stair Sensors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D3658B-5D3B-5452-AD55-782FEA3437AA}"/>
              </a:ext>
            </a:extLst>
          </p:cNvPr>
          <p:cNvSpPr/>
          <p:nvPr/>
        </p:nvSpPr>
        <p:spPr>
          <a:xfrm>
            <a:off x="3515640" y="1699260"/>
            <a:ext cx="1381200" cy="9634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Microcontroller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EE6DA6-EAB6-D8CF-62EB-721AF2874986}"/>
              </a:ext>
            </a:extLst>
          </p:cNvPr>
          <p:cNvSpPr/>
          <p:nvPr/>
        </p:nvSpPr>
        <p:spPr>
          <a:xfrm>
            <a:off x="3515640" y="3461011"/>
            <a:ext cx="1381200" cy="5230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Audio Amplifier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EFB5E8-427D-6F08-5641-A3641A361010}"/>
              </a:ext>
            </a:extLst>
          </p:cNvPr>
          <p:cNvSpPr/>
          <p:nvPr/>
        </p:nvSpPr>
        <p:spPr>
          <a:xfrm>
            <a:off x="3515640" y="4389811"/>
            <a:ext cx="1381200" cy="5230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Speaker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53B43B-6208-BB4F-32E3-D553072B6DF0}"/>
              </a:ext>
            </a:extLst>
          </p:cNvPr>
          <p:cNvSpPr/>
          <p:nvPr/>
        </p:nvSpPr>
        <p:spPr>
          <a:xfrm>
            <a:off x="5963640" y="1699260"/>
            <a:ext cx="1381200" cy="9634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MIDI Device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54205E-68DE-974C-2E5E-C925B2BC2885}"/>
              </a:ext>
            </a:extLst>
          </p:cNvPr>
          <p:cNvCxnSpPr/>
          <p:nvPr/>
        </p:nvCxnSpPr>
        <p:spPr>
          <a:xfrm>
            <a:off x="2448840" y="1863960"/>
            <a:ext cx="10668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89B6B9-93AF-25FC-5A17-7B56033A3127}"/>
              </a:ext>
            </a:extLst>
          </p:cNvPr>
          <p:cNvCxnSpPr>
            <a:cxnSpLocks/>
          </p:cNvCxnSpPr>
          <p:nvPr/>
        </p:nvCxnSpPr>
        <p:spPr>
          <a:xfrm flipH="1">
            <a:off x="2448840" y="2497560"/>
            <a:ext cx="1066800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0A03F5-6147-7E11-3046-08C1010C9A7A}"/>
              </a:ext>
            </a:extLst>
          </p:cNvPr>
          <p:cNvCxnSpPr>
            <a:cxnSpLocks/>
          </p:cNvCxnSpPr>
          <p:nvPr/>
        </p:nvCxnSpPr>
        <p:spPr>
          <a:xfrm>
            <a:off x="3969840" y="3984061"/>
            <a:ext cx="0" cy="40575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B4D724F-0181-1781-8330-1EC6FBD636BC}"/>
              </a:ext>
            </a:extLst>
          </p:cNvPr>
          <p:cNvCxnSpPr>
            <a:cxnSpLocks/>
          </p:cNvCxnSpPr>
          <p:nvPr/>
        </p:nvCxnSpPr>
        <p:spPr>
          <a:xfrm>
            <a:off x="3969840" y="2662710"/>
            <a:ext cx="0" cy="79830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35D39C-4462-4416-7B30-695CEFE28884}"/>
              </a:ext>
            </a:extLst>
          </p:cNvPr>
          <p:cNvCxnSpPr>
            <a:cxnSpLocks/>
          </p:cNvCxnSpPr>
          <p:nvPr/>
        </p:nvCxnSpPr>
        <p:spPr>
          <a:xfrm>
            <a:off x="4445040" y="3984061"/>
            <a:ext cx="0" cy="40575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1B538C5-6642-83AC-EF71-DC43F9539DD7}"/>
              </a:ext>
            </a:extLst>
          </p:cNvPr>
          <p:cNvCxnSpPr/>
          <p:nvPr/>
        </p:nvCxnSpPr>
        <p:spPr>
          <a:xfrm>
            <a:off x="4896840" y="1843560"/>
            <a:ext cx="10668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61CF9E2-8444-A70D-EA8D-AA5FD529F4A7}"/>
              </a:ext>
            </a:extLst>
          </p:cNvPr>
          <p:cNvSpPr/>
          <p:nvPr/>
        </p:nvSpPr>
        <p:spPr>
          <a:xfrm>
            <a:off x="5580729" y="3221835"/>
            <a:ext cx="914400" cy="77272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Supply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F139FC18-F750-73CE-E23B-D516060FA514}"/>
              </a:ext>
            </a:extLst>
          </p:cNvPr>
          <p:cNvCxnSpPr>
            <a:cxnSpLocks/>
          </p:cNvCxnSpPr>
          <p:nvPr/>
        </p:nvCxnSpPr>
        <p:spPr>
          <a:xfrm rot="10800000">
            <a:off x="4477703" y="2658645"/>
            <a:ext cx="1103026" cy="656228"/>
          </a:xfrm>
          <a:prstGeom prst="bentConnector3">
            <a:avLst>
              <a:gd name="adj1" fmla="val 100085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C4E7353-1CF0-08DB-FA97-29AB75A87729}"/>
              </a:ext>
            </a:extLst>
          </p:cNvPr>
          <p:cNvCxnSpPr>
            <a:cxnSpLocks/>
            <a:stCxn id="42" idx="1"/>
          </p:cNvCxnSpPr>
          <p:nvPr/>
        </p:nvCxnSpPr>
        <p:spPr>
          <a:xfrm flipH="1">
            <a:off x="4896840" y="3608199"/>
            <a:ext cx="683889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2794C4F-6DA2-5DA9-ADC5-BE3DE72D4428}"/>
              </a:ext>
            </a:extLst>
          </p:cNvPr>
          <p:cNvCxnSpPr>
            <a:cxnSpLocks/>
          </p:cNvCxnSpPr>
          <p:nvPr/>
        </p:nvCxnSpPr>
        <p:spPr>
          <a:xfrm>
            <a:off x="6374718" y="4651336"/>
            <a:ext cx="864522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065C36F-1805-632C-4212-72715BBEFD76}"/>
              </a:ext>
            </a:extLst>
          </p:cNvPr>
          <p:cNvSpPr txBox="1"/>
          <p:nvPr/>
        </p:nvSpPr>
        <p:spPr>
          <a:xfrm>
            <a:off x="6495129" y="4651336"/>
            <a:ext cx="623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74C3E27-84AE-1F32-FE43-6A0AF36E8860}"/>
              </a:ext>
            </a:extLst>
          </p:cNvPr>
          <p:cNvCxnSpPr>
            <a:cxnSpLocks/>
          </p:cNvCxnSpPr>
          <p:nvPr/>
        </p:nvCxnSpPr>
        <p:spPr>
          <a:xfrm>
            <a:off x="7505118" y="4651336"/>
            <a:ext cx="873261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7AFF4D3-DF39-7B23-F7EF-6041CB96DBDA}"/>
              </a:ext>
            </a:extLst>
          </p:cNvPr>
          <p:cNvSpPr txBox="1"/>
          <p:nvPr/>
        </p:nvSpPr>
        <p:spPr>
          <a:xfrm>
            <a:off x="7688774" y="4651336"/>
            <a:ext cx="505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7015FF-E9B1-7684-C941-0AEBE004B4C5}"/>
              </a:ext>
            </a:extLst>
          </p:cNvPr>
          <p:cNvSpPr txBox="1"/>
          <p:nvPr/>
        </p:nvSpPr>
        <p:spPr>
          <a:xfrm>
            <a:off x="3397289" y="2853208"/>
            <a:ext cx="639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Audio Signal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EB4811-5447-45B1-4C22-6693AF3CED7C}"/>
              </a:ext>
            </a:extLst>
          </p:cNvPr>
          <p:cNvSpPr txBox="1"/>
          <p:nvPr/>
        </p:nvSpPr>
        <p:spPr>
          <a:xfrm>
            <a:off x="2462379" y="1319945"/>
            <a:ext cx="99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Sensor Information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F54EEDD-B244-D5DA-B638-EADCE2118DD7}"/>
              </a:ext>
            </a:extLst>
          </p:cNvPr>
          <p:cNvCxnSpPr>
            <a:cxnSpLocks/>
          </p:cNvCxnSpPr>
          <p:nvPr/>
        </p:nvCxnSpPr>
        <p:spPr>
          <a:xfrm flipH="1">
            <a:off x="2882425" y="1806397"/>
            <a:ext cx="99815" cy="1309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979C10FD-6C51-76FA-74D2-02FF3D2A1BEE}"/>
              </a:ext>
            </a:extLst>
          </p:cNvPr>
          <p:cNvSpPr txBox="1"/>
          <p:nvPr/>
        </p:nvSpPr>
        <p:spPr>
          <a:xfrm>
            <a:off x="2533571" y="2049231"/>
            <a:ext cx="7906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i="1">
                <a:latin typeface="Arial" panose="020B0604020202020204" pitchFamily="34" charset="0"/>
                <a:cs typeface="Arial" panose="020B0604020202020204" pitchFamily="34" charset="0"/>
              </a:rPr>
              <a:t>N sensors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86E3770-CAC9-A7F0-5EDE-DDA283BBDFE7}"/>
              </a:ext>
            </a:extLst>
          </p:cNvPr>
          <p:cNvCxnSpPr>
            <a:cxnSpLocks/>
          </p:cNvCxnSpPr>
          <p:nvPr/>
        </p:nvCxnSpPr>
        <p:spPr>
          <a:xfrm>
            <a:off x="2882425" y="2432561"/>
            <a:ext cx="99815" cy="11964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8D83ABD2-EA47-4EA0-D44D-6A6FEEE30B29}"/>
              </a:ext>
            </a:extLst>
          </p:cNvPr>
          <p:cNvSpPr txBox="1"/>
          <p:nvPr/>
        </p:nvSpPr>
        <p:spPr>
          <a:xfrm>
            <a:off x="4930869" y="1529398"/>
            <a:ext cx="998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MIDI Data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BB2D3D3-47AE-44D7-AE23-C93208142A66}"/>
              </a:ext>
            </a:extLst>
          </p:cNvPr>
          <p:cNvCxnSpPr>
            <a:cxnSpLocks/>
          </p:cNvCxnSpPr>
          <p:nvPr/>
        </p:nvCxnSpPr>
        <p:spPr>
          <a:xfrm flipV="1">
            <a:off x="6144578" y="2658645"/>
            <a:ext cx="0" cy="56319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91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D2F3-91AE-2DC2-8C32-D38018CA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7926-0F55-8E98-3E3F-3BDB6D843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68907"/>
            <a:ext cx="8404302" cy="3026464"/>
          </a:xfrm>
        </p:spPr>
        <p:txBody>
          <a:bodyPr lIns="91440" tIns="45720" rIns="91440" bIns="45720" anchor="t"/>
          <a:lstStyle/>
          <a:p>
            <a:r>
              <a:rPr lang="en-US" sz="2200" dirty="0"/>
              <a:t>Each stair sensor triggers its assigned note</a:t>
            </a:r>
          </a:p>
          <a:p>
            <a:r>
              <a:rPr lang="en-US" sz="2200" dirty="0"/>
              <a:t>Note triggers occur within an acceptable boundary of each step</a:t>
            </a:r>
          </a:p>
          <a:p>
            <a:r>
              <a:rPr lang="en-US" sz="2200" dirty="0"/>
              <a:t>Repeated detections trigger the assigned note</a:t>
            </a:r>
          </a:p>
          <a:p>
            <a:r>
              <a:rPr lang="en-US" sz="2200" dirty="0"/>
              <a:t>Overlapping notes occur when multiple sensors are triggered</a:t>
            </a:r>
          </a:p>
          <a:p>
            <a:r>
              <a:rPr lang="en-US" sz="2200" dirty="0"/>
              <a:t>Low delay (almost instantaneous) between sensor detection and note output</a:t>
            </a:r>
          </a:p>
          <a:p>
            <a:r>
              <a:rPr lang="en-US" sz="2200" dirty="0"/>
              <a:t>Musical notes ascend with each step</a:t>
            </a:r>
          </a:p>
        </p:txBody>
      </p:sp>
    </p:spTree>
    <p:extLst>
      <p:ext uri="{BB962C8B-B14F-4D97-AF65-F5344CB8AC3E}">
        <p14:creationId xmlns:p14="http://schemas.microsoft.com/office/powerpoint/2010/main" val="3048492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DF18-877D-DF6F-9092-7BF404BA0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E68D-69F1-0134-4D1E-207FBF7E6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US"/>
              <a:t>Transform an ordinary staircase into a musical one</a:t>
            </a:r>
          </a:p>
          <a:p>
            <a:endParaRPr lang="en-US"/>
          </a:p>
          <a:p>
            <a:r>
              <a:rPr lang="en-US"/>
              <a:t>Use IR sensors to avoid violating staircase safety requirements</a:t>
            </a:r>
          </a:p>
          <a:p>
            <a:endParaRPr lang="en-US"/>
          </a:p>
          <a:p>
            <a:r>
              <a:rPr lang="en-US"/>
              <a:t>Provide solution to Wright State ACM Chapter</a:t>
            </a:r>
          </a:p>
        </p:txBody>
      </p:sp>
    </p:spTree>
    <p:extLst>
      <p:ext uri="{BB962C8B-B14F-4D97-AF65-F5344CB8AC3E}">
        <p14:creationId xmlns:p14="http://schemas.microsoft.com/office/powerpoint/2010/main" val="160478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C2E01-4138-F155-3E0C-1764C638C4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3200"/>
              <a:t>Questions?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5CCE34D-58AD-5297-5C19-622E89D17C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5268" b="5268"/>
          <a:stretch/>
        </p:blipFill>
        <p:spPr>
          <a:custGeom>
            <a:avLst/>
            <a:gdLst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410371 w 4194405"/>
              <a:gd name="connsiteY4" fmla="*/ 5128653 h 5143500"/>
              <a:gd name="connsiteX5" fmla="*/ 509892 w 4194405"/>
              <a:gd name="connsiteY5" fmla="*/ 5128377 h 5143500"/>
              <a:gd name="connsiteX6" fmla="*/ 1028490 w 4194405"/>
              <a:gd name="connsiteY6" fmla="*/ 240580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410371 w 4194405"/>
              <a:gd name="connsiteY4" fmla="*/ 5128653 h 5143500"/>
              <a:gd name="connsiteX5" fmla="*/ 509892 w 4194405"/>
              <a:gd name="connsiteY5" fmla="*/ 5128377 h 5143500"/>
              <a:gd name="connsiteX6" fmla="*/ 1013164 w 4194405"/>
              <a:gd name="connsiteY6" fmla="*/ 2421125 h 5143500"/>
              <a:gd name="connsiteX7" fmla="*/ 0 w 4194405"/>
              <a:gd name="connsiteY7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144735 w 4194405"/>
              <a:gd name="connsiteY4" fmla="*/ 4939643 h 5143500"/>
              <a:gd name="connsiteX5" fmla="*/ 509892 w 4194405"/>
              <a:gd name="connsiteY5" fmla="*/ 5128377 h 5143500"/>
              <a:gd name="connsiteX6" fmla="*/ 1013164 w 4194405"/>
              <a:gd name="connsiteY6" fmla="*/ 2421125 h 5143500"/>
              <a:gd name="connsiteX7" fmla="*/ 0 w 4194405"/>
              <a:gd name="connsiteY7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411677 w 4194405"/>
              <a:gd name="connsiteY3" fmla="*/ 5143500 h 5143500"/>
              <a:gd name="connsiteX4" fmla="*/ 509892 w 4194405"/>
              <a:gd name="connsiteY4" fmla="*/ 5128377 h 5143500"/>
              <a:gd name="connsiteX5" fmla="*/ 1013164 w 4194405"/>
              <a:gd name="connsiteY5" fmla="*/ 2421125 h 5143500"/>
              <a:gd name="connsiteX6" fmla="*/ 0 w 4194405"/>
              <a:gd name="connsiteY6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509892 w 4194405"/>
              <a:gd name="connsiteY3" fmla="*/ 5128377 h 5143500"/>
              <a:gd name="connsiteX4" fmla="*/ 1013164 w 4194405"/>
              <a:gd name="connsiteY4" fmla="*/ 2421125 h 5143500"/>
              <a:gd name="connsiteX5" fmla="*/ 0 w 4194405"/>
              <a:gd name="connsiteY5" fmla="*/ 0 h 5143500"/>
              <a:gd name="connsiteX0" fmla="*/ 0 w 4194405"/>
              <a:gd name="connsiteY0" fmla="*/ 0 h 5143500"/>
              <a:gd name="connsiteX1" fmla="*/ 4194405 w 4194405"/>
              <a:gd name="connsiteY1" fmla="*/ 0 h 5143500"/>
              <a:gd name="connsiteX2" fmla="*/ 4194405 w 4194405"/>
              <a:gd name="connsiteY2" fmla="*/ 5143500 h 5143500"/>
              <a:gd name="connsiteX3" fmla="*/ 504784 w 4194405"/>
              <a:gd name="connsiteY3" fmla="*/ 5138593 h 5143500"/>
              <a:gd name="connsiteX4" fmla="*/ 1013164 w 4194405"/>
              <a:gd name="connsiteY4" fmla="*/ 2421125 h 5143500"/>
              <a:gd name="connsiteX5" fmla="*/ 0 w 4194405"/>
              <a:gd name="connsiteY5" fmla="*/ 0 h 5143500"/>
              <a:gd name="connsiteX0" fmla="*/ 0 w 4194405"/>
              <a:gd name="connsiteY0" fmla="*/ 0 h 5148810"/>
              <a:gd name="connsiteX1" fmla="*/ 4194405 w 4194405"/>
              <a:gd name="connsiteY1" fmla="*/ 0 h 5148810"/>
              <a:gd name="connsiteX2" fmla="*/ 4194405 w 4194405"/>
              <a:gd name="connsiteY2" fmla="*/ 5143500 h 5148810"/>
              <a:gd name="connsiteX3" fmla="*/ 504784 w 4194405"/>
              <a:gd name="connsiteY3" fmla="*/ 5148810 h 5148810"/>
              <a:gd name="connsiteX4" fmla="*/ 1013164 w 4194405"/>
              <a:gd name="connsiteY4" fmla="*/ 2421125 h 5148810"/>
              <a:gd name="connsiteX5" fmla="*/ 0 w 4194405"/>
              <a:gd name="connsiteY5" fmla="*/ 0 h 514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94405" h="5148810">
                <a:moveTo>
                  <a:pt x="0" y="0"/>
                </a:moveTo>
                <a:lnTo>
                  <a:pt x="4194405" y="0"/>
                </a:lnTo>
                <a:lnTo>
                  <a:pt x="4194405" y="5143500"/>
                </a:lnTo>
                <a:lnTo>
                  <a:pt x="504784" y="5148810"/>
                </a:lnTo>
                <a:lnTo>
                  <a:pt x="1013164" y="2421125"/>
                </a:lnTo>
                <a:cubicBezTo>
                  <a:pt x="670334" y="1619192"/>
                  <a:pt x="342830" y="801933"/>
                  <a:pt x="0" y="0"/>
                </a:cubicBezTo>
                <a:close/>
              </a:path>
            </a:pathLst>
          </a:cu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C5CB9AA-9951-0B66-EB85-0664B9403A66}"/>
              </a:ext>
            </a:extLst>
          </p:cNvPr>
          <p:cNvSpPr txBox="1">
            <a:spLocks/>
          </p:cNvSpPr>
          <p:nvPr/>
        </p:nvSpPr>
        <p:spPr>
          <a:xfrm>
            <a:off x="8854359" y="4143391"/>
            <a:ext cx="368841" cy="28541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z="1200" b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327699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2D67A9-09CC-2C49-30B5-D25A6C129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37958-6727-CAC9-B892-BE4A639FC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F629-A498-DFBE-15E6-2E17F2C36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[1] “Piano Staircase - Robb,” </a:t>
            </a:r>
            <a:r>
              <a:rPr lang="en-US" i="1"/>
              <a:t>Robb.cc</a:t>
            </a:r>
            <a:r>
              <a:rPr lang="en-US"/>
              <a:t>, 2021. https://robb.cc/Piano-Staircase (accessed Oct. 05, 2026).</a:t>
            </a:r>
          </a:p>
          <a:p>
            <a:pPr marL="0" indent="0">
              <a:buNone/>
            </a:pPr>
            <a:r>
              <a:rPr lang="en-US"/>
              <a:t>[2] “Big,” </a:t>
            </a:r>
            <a:r>
              <a:rPr lang="en-US" i="1"/>
              <a:t>20th Century Studios Family</a:t>
            </a:r>
            <a:r>
              <a:rPr lang="en-US"/>
              <a:t>, 2025. https://family.20thcenturystudios.com/movies/big (accessed Oct. 05, 2026).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36563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 Option 1 (includes title slide, title/author slide, and ending slide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ver Slide Option 2 (includes title slide and ending slide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Inside Slide Option 2 (includes different content layouts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Inside Slide Option 1 (includes different content layouts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ad6cddb-39d0-4f5d-bfa7-dc28ebce0352" xsi:nil="true"/>
    <lcf76f155ced4ddcb4097134ff3c332f xmlns="96aa5c27-a908-4b1d-b0d2-1d36643644c9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F7D8A546495F42B7B82C160D83A435" ma:contentTypeVersion="19" ma:contentTypeDescription="Create a new document." ma:contentTypeScope="" ma:versionID="28995b826f62c9d75fcb98302e3bc84e">
  <xsd:schema xmlns:xsd="http://www.w3.org/2001/XMLSchema" xmlns:xs="http://www.w3.org/2001/XMLSchema" xmlns:p="http://schemas.microsoft.com/office/2006/metadata/properties" xmlns:ns2="96aa5c27-a908-4b1d-b0d2-1d36643644c9" xmlns:ns3="fad6cddb-39d0-4f5d-bfa7-dc28ebce0352" targetNamespace="http://schemas.microsoft.com/office/2006/metadata/properties" ma:root="true" ma:fieldsID="d4f63ff7ce43a86aa6260121f00b20fe" ns2:_="" ns3:_="">
    <xsd:import namespace="96aa5c27-a908-4b1d-b0d2-1d36643644c9"/>
    <xsd:import namespace="fad6cddb-39d0-4f5d-bfa7-dc28ebce03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a5c27-a908-4b1d-b0d2-1d36643644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c84375c0-32c9-4e9c-ae3d-3dac5c8bcd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6cddb-39d0-4f5d-bfa7-dc28ebce035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94cacf5-cce6-4476-ba94-ac966184c835}" ma:internalName="TaxCatchAll" ma:showField="CatchAllData" ma:web="fad6cddb-39d0-4f5d-bfa7-dc28ebce03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75AB2D-313C-4815-8B2C-0AF57CF4F0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DDA218-852E-4BFE-8786-7158D228A7D3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fad6cddb-39d0-4f5d-bfa7-dc28ebce0352"/>
    <ds:schemaRef ds:uri="http://schemas.microsoft.com/office/2006/metadata/properties"/>
    <ds:schemaRef ds:uri="http://purl.org/dc/terms/"/>
    <ds:schemaRef ds:uri="96aa5c27-a908-4b1d-b0d2-1d36643644c9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D9F6B5C-2941-477E-8C5F-B63E5B377C06}">
  <ds:schemaRefs>
    <ds:schemaRef ds:uri="96aa5c27-a908-4b1d-b0d2-1d36643644c9"/>
    <ds:schemaRef ds:uri="fad6cddb-39d0-4f5d-bfa7-dc28ebce03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333</Words>
  <Application>Microsoft Office PowerPoint</Application>
  <PresentationFormat>On-screen Show (16:9)</PresentationFormat>
  <Paragraphs>59</Paragraphs>
  <Slides>10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Cover Slide Option 1 (includes title slide, title/author slide, and ending slide)</vt:lpstr>
      <vt:lpstr>Cover Slide Option 2 (includes title slide and ending slide)</vt:lpstr>
      <vt:lpstr>Inside Slide Option 2 (includes different content layouts)</vt:lpstr>
      <vt:lpstr>Inside Slide Option 1 (includes different content layouts)</vt:lpstr>
      <vt:lpstr>Musical Stairs Team TriCore Project Proposal Embedded Systems CEG 7360 – Fall 2026</vt:lpstr>
      <vt:lpstr>Overview</vt:lpstr>
      <vt:lpstr>Problem/Need</vt:lpstr>
      <vt:lpstr>Goals</vt:lpstr>
      <vt:lpstr>Proposed System and Components</vt:lpstr>
      <vt:lpstr>System Block Diagram</vt:lpstr>
      <vt:lpstr>Expected Behavior</vt:lpstr>
      <vt:lpstr>Conclusion</vt:lpstr>
      <vt:lpstr>Questions?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Earnest-Reitmann, Amanda J.</dc:creator>
  <cp:lastModifiedBy>Dillon Tryhorn</cp:lastModifiedBy>
  <cp:revision>3</cp:revision>
  <dcterms:created xsi:type="dcterms:W3CDTF">2018-09-19T20:02:44Z</dcterms:created>
  <dcterms:modified xsi:type="dcterms:W3CDTF">2026-10-18T21:46:19Z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0x0101001AF7D8A546495F42B7B82C160D83A435</vt:lpwstr>
  </property>
  <property fmtid="{D5CDD505-2E9C-101B-9397-08002B2CF9AE}" pid="3" name="MediaServiceImageTags">
    <vt:lpwstr/>
  </property>
</Properties>
</file>